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394" r:id="rId3"/>
    <p:sldId id="285" r:id="rId4"/>
    <p:sldId id="286" r:id="rId5"/>
    <p:sldId id="382" r:id="rId6"/>
    <p:sldId id="288" r:id="rId7"/>
    <p:sldId id="383" r:id="rId8"/>
    <p:sldId id="384" r:id="rId9"/>
    <p:sldId id="387" r:id="rId10"/>
    <p:sldId id="389" r:id="rId11"/>
    <p:sldId id="385" r:id="rId12"/>
    <p:sldId id="287" r:id="rId13"/>
    <p:sldId id="388" r:id="rId14"/>
    <p:sldId id="390" r:id="rId15"/>
    <p:sldId id="391" r:id="rId16"/>
    <p:sldId id="392" r:id="rId17"/>
    <p:sldId id="393" r:id="rId18"/>
    <p:sldId id="306" r:id="rId19"/>
    <p:sldId id="369" r:id="rId20"/>
    <p:sldId id="386" r:id="rId21"/>
    <p:sldId id="381" r:id="rId22"/>
  </p:sldIdLst>
  <p:sldSz cx="9906000" cy="6858000" type="A4"/>
  <p:notesSz cx="20104100" cy="11309350"/>
  <p:defaultTextStyle>
    <a:defPPr>
      <a:defRPr kern="0"/>
    </a:defPPr>
  </p:defaultTextStyle>
  <p:extLst>
    <p:ext uri="{EFAFB233-063F-42B5-8137-9DF3F51BA10A}">
      <p15:sldGuideLst xmlns:p15="http://schemas.microsoft.com/office/powerpoint/2012/main">
        <p15:guide id="1" orient="horz" pos="1746" userDrawn="1">
          <p15:clr>
            <a:srgbClr val="A4A3A4"/>
          </p15:clr>
        </p15:guide>
        <p15:guide id="2" pos="106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685D7A-158A-C992-481B-F1A31928A014}" name="坂川 裕子" initials="裕坂" userId="S::yuko.sakagawa@wca.co.jp::104f0ae9-2e5f-4b3e-87bf-03ace7055ec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4C76"/>
    <a:srgbClr val="DFE8F3"/>
    <a:srgbClr val="FBBE09"/>
    <a:srgbClr val="5893F6"/>
    <a:srgbClr val="CE4143"/>
    <a:srgbClr val="CE4142"/>
    <a:srgbClr val="F6EDAF"/>
    <a:srgbClr val="F5EDAF"/>
    <a:srgbClr val="F5E047"/>
    <a:srgbClr val="F2E9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26" autoAdjust="0"/>
    <p:restoredTop sz="94750"/>
  </p:normalViewPr>
  <p:slideViewPr>
    <p:cSldViewPr>
      <p:cViewPr varScale="1">
        <p:scale>
          <a:sx n="59" d="100"/>
          <a:sy n="59" d="100"/>
        </p:scale>
        <p:origin x="1024" y="52"/>
      </p:cViewPr>
      <p:guideLst>
        <p:guide orient="horz" pos="1746"/>
        <p:guide pos="1064"/>
      </p:guideLst>
    </p:cSldViewPr>
  </p:slideViewPr>
  <p:notesTextViewPr>
    <p:cViewPr>
      <p:scale>
        <a:sx n="30" d="100"/>
        <a:sy n="3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2D221A3F-FCC5-8949-BC9E-4A8F6589357A}" type="datetimeFigureOut">
              <a:rPr kumimoji="1" lang="ja-JP" altLang="en-US" smtClean="0"/>
              <a:t>2026/2/4</a:t>
            </a:fld>
            <a:endParaRPr kumimoji="1" lang="ja-JP" altLang="en-US"/>
          </a:p>
        </p:txBody>
      </p:sp>
      <p:sp>
        <p:nvSpPr>
          <p:cNvPr id="4" name="スライド イメージ プレースホルダー 3"/>
          <p:cNvSpPr>
            <a:spLocks noGrp="1" noRot="1" noChangeAspect="1"/>
          </p:cNvSpPr>
          <p:nvPr>
            <p:ph type="sldImg" idx="2"/>
          </p:nvPr>
        </p:nvSpPr>
        <p:spPr>
          <a:xfrm>
            <a:off x="7296150" y="1414463"/>
            <a:ext cx="5511800" cy="381635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1004B641-292D-6D41-ADEE-A2B44631D5AE}" type="slidenum">
              <a:rPr kumimoji="1" lang="ja-JP" altLang="en-US" smtClean="0"/>
              <a:t>‹#›</a:t>
            </a:fld>
            <a:endParaRPr kumimoji="1" lang="ja-JP" altLang="en-US"/>
          </a:p>
        </p:txBody>
      </p:sp>
    </p:spTree>
    <p:extLst>
      <p:ext uri="{BB962C8B-B14F-4D97-AF65-F5344CB8AC3E}">
        <p14:creationId xmlns:p14="http://schemas.microsoft.com/office/powerpoint/2010/main" val="3661329631"/>
      </p:ext>
    </p:extLst>
  </p:cSld>
  <p:clrMap bg1="lt1" tx1="dk1" bg2="lt2" tx2="dk2" accent1="accent1" accent2="accent2" accent3="accent3" accent4="accent4" accent5="accent5" accent6="accent6" hlink="hlink" folHlink="folHlink"/>
  <p:notesStyle>
    <a:lvl1pPr marL="0" algn="l" defTabSz="487924" rtl="0" eaLnBrk="1" latinLnBrk="0" hangingPunct="1">
      <a:defRPr kumimoji="1" sz="640" kern="1200">
        <a:solidFill>
          <a:schemeClr val="tx1"/>
        </a:solidFill>
        <a:latin typeface="+mn-lt"/>
        <a:ea typeface="+mn-ea"/>
        <a:cs typeface="+mn-cs"/>
      </a:defRPr>
    </a:lvl1pPr>
    <a:lvl2pPr marL="243962" algn="l" defTabSz="487924" rtl="0" eaLnBrk="1" latinLnBrk="0" hangingPunct="1">
      <a:defRPr kumimoji="1" sz="640" kern="1200">
        <a:solidFill>
          <a:schemeClr val="tx1"/>
        </a:solidFill>
        <a:latin typeface="+mn-lt"/>
        <a:ea typeface="+mn-ea"/>
        <a:cs typeface="+mn-cs"/>
      </a:defRPr>
    </a:lvl2pPr>
    <a:lvl3pPr marL="487924" algn="l" defTabSz="487924" rtl="0" eaLnBrk="1" latinLnBrk="0" hangingPunct="1">
      <a:defRPr kumimoji="1" sz="640" kern="1200">
        <a:solidFill>
          <a:schemeClr val="tx1"/>
        </a:solidFill>
        <a:latin typeface="+mn-lt"/>
        <a:ea typeface="+mn-ea"/>
        <a:cs typeface="+mn-cs"/>
      </a:defRPr>
    </a:lvl3pPr>
    <a:lvl4pPr marL="731886" algn="l" defTabSz="487924" rtl="0" eaLnBrk="1" latinLnBrk="0" hangingPunct="1">
      <a:defRPr kumimoji="1" sz="640" kern="1200">
        <a:solidFill>
          <a:schemeClr val="tx1"/>
        </a:solidFill>
        <a:latin typeface="+mn-lt"/>
        <a:ea typeface="+mn-ea"/>
        <a:cs typeface="+mn-cs"/>
      </a:defRPr>
    </a:lvl4pPr>
    <a:lvl5pPr marL="975848" algn="l" defTabSz="487924" rtl="0" eaLnBrk="1" latinLnBrk="0" hangingPunct="1">
      <a:defRPr kumimoji="1" sz="640" kern="1200">
        <a:solidFill>
          <a:schemeClr val="tx1"/>
        </a:solidFill>
        <a:latin typeface="+mn-lt"/>
        <a:ea typeface="+mn-ea"/>
        <a:cs typeface="+mn-cs"/>
      </a:defRPr>
    </a:lvl5pPr>
    <a:lvl6pPr marL="1219810" algn="l" defTabSz="487924" rtl="0" eaLnBrk="1" latinLnBrk="0" hangingPunct="1">
      <a:defRPr kumimoji="1" sz="640" kern="1200">
        <a:solidFill>
          <a:schemeClr val="tx1"/>
        </a:solidFill>
        <a:latin typeface="+mn-lt"/>
        <a:ea typeface="+mn-ea"/>
        <a:cs typeface="+mn-cs"/>
      </a:defRPr>
    </a:lvl6pPr>
    <a:lvl7pPr marL="1463772" algn="l" defTabSz="487924" rtl="0" eaLnBrk="1" latinLnBrk="0" hangingPunct="1">
      <a:defRPr kumimoji="1" sz="640" kern="1200">
        <a:solidFill>
          <a:schemeClr val="tx1"/>
        </a:solidFill>
        <a:latin typeface="+mn-lt"/>
        <a:ea typeface="+mn-ea"/>
        <a:cs typeface="+mn-cs"/>
      </a:defRPr>
    </a:lvl7pPr>
    <a:lvl8pPr marL="1707733" algn="l" defTabSz="487924" rtl="0" eaLnBrk="1" latinLnBrk="0" hangingPunct="1">
      <a:defRPr kumimoji="1" sz="640" kern="1200">
        <a:solidFill>
          <a:schemeClr val="tx1"/>
        </a:solidFill>
        <a:latin typeface="+mn-lt"/>
        <a:ea typeface="+mn-ea"/>
        <a:cs typeface="+mn-cs"/>
      </a:defRPr>
    </a:lvl8pPr>
    <a:lvl9pPr marL="1951695" algn="l" defTabSz="487924" rtl="0" eaLnBrk="1" latinLnBrk="0" hangingPunct="1">
      <a:defRPr kumimoji="1" sz="64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ADAFC-DCED-F112-F8BE-83BF7BC93D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C040CA-F780-1A23-2F22-4C17B07B087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7855662-FBFA-3040-A8D7-04D9C39293A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F9A055D-7205-B71F-08ED-97C54973F140}"/>
              </a:ext>
            </a:extLst>
          </p:cNvPr>
          <p:cNvSpPr>
            <a:spLocks noGrp="1"/>
          </p:cNvSpPr>
          <p:nvPr>
            <p:ph type="sldNum" sz="quarter" idx="5"/>
          </p:nvPr>
        </p:nvSpPr>
        <p:spPr/>
        <p:txBody>
          <a:bodyPr/>
          <a:lstStyle/>
          <a:p>
            <a:fld id="{1004B641-292D-6D41-ADEE-A2B44631D5AE}" type="slidenum">
              <a:rPr kumimoji="1" lang="ja-JP" altLang="en-US" smtClean="0"/>
              <a:t>2</a:t>
            </a:fld>
            <a:endParaRPr kumimoji="1" lang="ja-JP" altLang="en-US"/>
          </a:p>
        </p:txBody>
      </p:sp>
    </p:spTree>
    <p:extLst>
      <p:ext uri="{BB962C8B-B14F-4D97-AF65-F5344CB8AC3E}">
        <p14:creationId xmlns:p14="http://schemas.microsoft.com/office/powerpoint/2010/main" val="3817511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1004B641-292D-6D41-ADEE-A2B44631D5AE}" type="slidenum">
              <a:rPr kumimoji="1" lang="ja-JP" altLang="en-US" smtClean="0"/>
              <a:t>4</a:t>
            </a:fld>
            <a:endParaRPr kumimoji="1" lang="ja-JP" altLang="en-US"/>
          </a:p>
        </p:txBody>
      </p:sp>
    </p:spTree>
    <p:extLst>
      <p:ext uri="{BB962C8B-B14F-4D97-AF65-F5344CB8AC3E}">
        <p14:creationId xmlns:p14="http://schemas.microsoft.com/office/powerpoint/2010/main" val="96533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270C3-7207-BC6A-1CAD-1DB30369AE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730983E-BEE9-586A-1A22-F2F8F4A122D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5DB5CB3-98CD-5BD5-B82F-FB59C959922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7B56972-6371-EC7E-3EA5-D544F0CEE7D5}"/>
              </a:ext>
            </a:extLst>
          </p:cNvPr>
          <p:cNvSpPr>
            <a:spLocks noGrp="1"/>
          </p:cNvSpPr>
          <p:nvPr>
            <p:ph type="sldNum" sz="quarter" idx="5"/>
          </p:nvPr>
        </p:nvSpPr>
        <p:spPr/>
        <p:txBody>
          <a:bodyPr/>
          <a:lstStyle/>
          <a:p>
            <a:fld id="{1004B641-292D-6D41-ADEE-A2B44631D5AE}" type="slidenum">
              <a:rPr kumimoji="1" lang="ja-JP" altLang="en-US" smtClean="0"/>
              <a:t>6</a:t>
            </a:fld>
            <a:endParaRPr kumimoji="1" lang="ja-JP" altLang="en-US"/>
          </a:p>
        </p:txBody>
      </p:sp>
    </p:spTree>
    <p:extLst>
      <p:ext uri="{BB962C8B-B14F-4D97-AF65-F5344CB8AC3E}">
        <p14:creationId xmlns:p14="http://schemas.microsoft.com/office/powerpoint/2010/main" val="2606195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7219D-1FF0-45DC-DAEA-07C19D84BF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4E2C526-83E1-BB02-C659-CB49E73072B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4D07BB-C3F5-5E79-B03D-51CE66FF0C4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B9BECAF-C452-A423-B0A7-AC52D25453F5}"/>
              </a:ext>
            </a:extLst>
          </p:cNvPr>
          <p:cNvSpPr>
            <a:spLocks noGrp="1"/>
          </p:cNvSpPr>
          <p:nvPr>
            <p:ph type="sldNum" sz="quarter" idx="5"/>
          </p:nvPr>
        </p:nvSpPr>
        <p:spPr/>
        <p:txBody>
          <a:bodyPr/>
          <a:lstStyle/>
          <a:p>
            <a:fld id="{1004B641-292D-6D41-ADEE-A2B44631D5AE}" type="slidenum">
              <a:rPr kumimoji="1" lang="ja-JP" altLang="en-US" smtClean="0"/>
              <a:t>8</a:t>
            </a:fld>
            <a:endParaRPr kumimoji="1" lang="ja-JP" altLang="en-US"/>
          </a:p>
        </p:txBody>
      </p:sp>
    </p:spTree>
    <p:extLst>
      <p:ext uri="{BB962C8B-B14F-4D97-AF65-F5344CB8AC3E}">
        <p14:creationId xmlns:p14="http://schemas.microsoft.com/office/powerpoint/2010/main" val="1584187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6E064-633A-DE0F-BC84-ED9C43EDEAE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9DEEFB-3A84-71A2-14A3-60871465E75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CAE26D7-832E-665C-8819-068AF4A44C9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674E64C-7CC4-A3A5-CE7A-E2F695874DB5}"/>
              </a:ext>
            </a:extLst>
          </p:cNvPr>
          <p:cNvSpPr>
            <a:spLocks noGrp="1"/>
          </p:cNvSpPr>
          <p:nvPr>
            <p:ph type="sldNum" sz="quarter" idx="5"/>
          </p:nvPr>
        </p:nvSpPr>
        <p:spPr/>
        <p:txBody>
          <a:bodyPr/>
          <a:lstStyle/>
          <a:p>
            <a:fld id="{1004B641-292D-6D41-ADEE-A2B44631D5AE}" type="slidenum">
              <a:rPr kumimoji="1" lang="ja-JP" altLang="en-US" smtClean="0"/>
              <a:t>9</a:t>
            </a:fld>
            <a:endParaRPr kumimoji="1" lang="ja-JP" altLang="en-US"/>
          </a:p>
        </p:txBody>
      </p:sp>
    </p:spTree>
    <p:extLst>
      <p:ext uri="{BB962C8B-B14F-4D97-AF65-F5344CB8AC3E}">
        <p14:creationId xmlns:p14="http://schemas.microsoft.com/office/powerpoint/2010/main" val="3055547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8B7DA-81C3-38A5-EE38-08DAE17181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E525A93-CD80-871C-F64F-FB3439A28B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E8DD620-82CA-F1B9-2A63-6497A0728AC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0F027E5-E66F-6BAC-581B-EBC50AB345CE}"/>
              </a:ext>
            </a:extLst>
          </p:cNvPr>
          <p:cNvSpPr>
            <a:spLocks noGrp="1"/>
          </p:cNvSpPr>
          <p:nvPr>
            <p:ph type="sldNum" sz="quarter" idx="5"/>
          </p:nvPr>
        </p:nvSpPr>
        <p:spPr/>
        <p:txBody>
          <a:bodyPr/>
          <a:lstStyle/>
          <a:p>
            <a:fld id="{1004B641-292D-6D41-ADEE-A2B44631D5AE}" type="slidenum">
              <a:rPr kumimoji="1" lang="ja-JP" altLang="en-US" smtClean="0"/>
              <a:t>10</a:t>
            </a:fld>
            <a:endParaRPr kumimoji="1" lang="ja-JP" altLang="en-US"/>
          </a:p>
        </p:txBody>
      </p:sp>
    </p:spTree>
    <p:extLst>
      <p:ext uri="{BB962C8B-B14F-4D97-AF65-F5344CB8AC3E}">
        <p14:creationId xmlns:p14="http://schemas.microsoft.com/office/powerpoint/2010/main" val="3940053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75F65-CC98-EF8A-5C99-9CE81FFC323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0557259-56BC-0806-D391-7F748D1A22D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222E74D-A7AE-9E7E-F455-F4215AAB96A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D6B2041-2A10-32BE-A944-F40B4D1EA1EF}"/>
              </a:ext>
            </a:extLst>
          </p:cNvPr>
          <p:cNvSpPr>
            <a:spLocks noGrp="1"/>
          </p:cNvSpPr>
          <p:nvPr>
            <p:ph type="sldNum" sz="quarter" idx="5"/>
          </p:nvPr>
        </p:nvSpPr>
        <p:spPr/>
        <p:txBody>
          <a:bodyPr/>
          <a:lstStyle/>
          <a:p>
            <a:fld id="{1004B641-292D-6D41-ADEE-A2B44631D5AE}" type="slidenum">
              <a:rPr kumimoji="1" lang="ja-JP" altLang="en-US" smtClean="0"/>
              <a:t>12</a:t>
            </a:fld>
            <a:endParaRPr kumimoji="1" lang="ja-JP" altLang="en-US"/>
          </a:p>
        </p:txBody>
      </p:sp>
    </p:spTree>
    <p:extLst>
      <p:ext uri="{BB962C8B-B14F-4D97-AF65-F5344CB8AC3E}">
        <p14:creationId xmlns:p14="http://schemas.microsoft.com/office/powerpoint/2010/main" val="2079840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D8FE8-2EC9-C2D6-034E-E93DF75E58C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F0DC68-72B3-A105-0572-A859A6CA6EB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DE95733-B891-2588-BFC7-4230D306C04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9B7B7F5-59BD-C11E-0129-3281DCEFA401}"/>
              </a:ext>
            </a:extLst>
          </p:cNvPr>
          <p:cNvSpPr>
            <a:spLocks noGrp="1"/>
          </p:cNvSpPr>
          <p:nvPr>
            <p:ph type="sldNum" sz="quarter" idx="5"/>
          </p:nvPr>
        </p:nvSpPr>
        <p:spPr/>
        <p:txBody>
          <a:bodyPr/>
          <a:lstStyle/>
          <a:p>
            <a:fld id="{1004B641-292D-6D41-ADEE-A2B44631D5AE}" type="slidenum">
              <a:rPr kumimoji="1" lang="ja-JP" altLang="en-US" smtClean="0"/>
              <a:t>13</a:t>
            </a:fld>
            <a:endParaRPr kumimoji="1" lang="ja-JP" altLang="en-US"/>
          </a:p>
        </p:txBody>
      </p:sp>
    </p:spTree>
    <p:extLst>
      <p:ext uri="{BB962C8B-B14F-4D97-AF65-F5344CB8AC3E}">
        <p14:creationId xmlns:p14="http://schemas.microsoft.com/office/powerpoint/2010/main" val="1286260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82FD0-AC54-F1A3-35BA-548BC0C658C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EC33405-BF2E-F02E-E499-F86F6DFC147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0AD0D30-383C-6541-8AAD-56902E716E5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0DFF839-2574-36EA-C0F5-1720A431EC26}"/>
              </a:ext>
            </a:extLst>
          </p:cNvPr>
          <p:cNvSpPr>
            <a:spLocks noGrp="1"/>
          </p:cNvSpPr>
          <p:nvPr>
            <p:ph type="sldNum" sz="quarter" idx="5"/>
          </p:nvPr>
        </p:nvSpPr>
        <p:spPr/>
        <p:txBody>
          <a:bodyPr/>
          <a:lstStyle/>
          <a:p>
            <a:fld id="{1004B641-292D-6D41-ADEE-A2B44631D5AE}" type="slidenum">
              <a:rPr kumimoji="1" lang="ja-JP" altLang="en-US" smtClean="0"/>
              <a:t>14</a:t>
            </a:fld>
            <a:endParaRPr kumimoji="1" lang="ja-JP" altLang="en-US"/>
          </a:p>
        </p:txBody>
      </p:sp>
    </p:spTree>
    <p:extLst>
      <p:ext uri="{BB962C8B-B14F-4D97-AF65-F5344CB8AC3E}">
        <p14:creationId xmlns:p14="http://schemas.microsoft.com/office/powerpoint/2010/main" val="2861365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4AACA-45A0-76F4-C0AB-1B381208F94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2D373A6-C134-E75C-BFD9-5118F2A703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C56F4B8-F346-0F7B-ECE8-AF3C9A658F5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B08D3BB-2C09-71DE-19B7-5CC01D85E8ED}"/>
              </a:ext>
            </a:extLst>
          </p:cNvPr>
          <p:cNvSpPr>
            <a:spLocks noGrp="1"/>
          </p:cNvSpPr>
          <p:nvPr>
            <p:ph type="sldNum" sz="quarter" idx="5"/>
          </p:nvPr>
        </p:nvSpPr>
        <p:spPr/>
        <p:txBody>
          <a:bodyPr/>
          <a:lstStyle/>
          <a:p>
            <a:fld id="{1004B641-292D-6D41-ADEE-A2B44631D5AE}" type="slidenum">
              <a:rPr kumimoji="1" lang="ja-JP" altLang="en-US" smtClean="0"/>
              <a:t>15</a:t>
            </a:fld>
            <a:endParaRPr kumimoji="1" lang="ja-JP" altLang="en-US"/>
          </a:p>
        </p:txBody>
      </p:sp>
    </p:spTree>
    <p:extLst>
      <p:ext uri="{BB962C8B-B14F-4D97-AF65-F5344CB8AC3E}">
        <p14:creationId xmlns:p14="http://schemas.microsoft.com/office/powerpoint/2010/main" val="20221555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06BC0-2083-229E-D185-A2C91D02AA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C5C64C7-52AA-C1E2-AAAC-77DEB3FFBC1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32287DE-C9F0-3B7F-F917-30A9D5218AC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04B78C5-13C5-6A48-F505-6A1EF99143FE}"/>
              </a:ext>
            </a:extLst>
          </p:cNvPr>
          <p:cNvSpPr>
            <a:spLocks noGrp="1"/>
          </p:cNvSpPr>
          <p:nvPr>
            <p:ph type="sldNum" sz="quarter" idx="5"/>
          </p:nvPr>
        </p:nvSpPr>
        <p:spPr/>
        <p:txBody>
          <a:bodyPr/>
          <a:lstStyle/>
          <a:p>
            <a:fld id="{1004B641-292D-6D41-ADEE-A2B44631D5AE}" type="slidenum">
              <a:rPr kumimoji="1" lang="ja-JP" altLang="en-US" smtClean="0"/>
              <a:t>16</a:t>
            </a:fld>
            <a:endParaRPr kumimoji="1" lang="ja-JP" altLang="en-US"/>
          </a:p>
        </p:txBody>
      </p:sp>
    </p:spTree>
    <p:extLst>
      <p:ext uri="{BB962C8B-B14F-4D97-AF65-F5344CB8AC3E}">
        <p14:creationId xmlns:p14="http://schemas.microsoft.com/office/powerpoint/2010/main" val="794246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FBEC2-E446-7E63-FFD4-553F2B14453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13EC6E2-9D27-5D63-3523-4F7C5AD8866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51AF94-A73E-2F79-AF55-D1BEE5759E1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7384C92-DAE3-A8FB-D068-BC134C4C03F4}"/>
              </a:ext>
            </a:extLst>
          </p:cNvPr>
          <p:cNvSpPr>
            <a:spLocks noGrp="1"/>
          </p:cNvSpPr>
          <p:nvPr>
            <p:ph type="sldNum" sz="quarter" idx="5"/>
          </p:nvPr>
        </p:nvSpPr>
        <p:spPr/>
        <p:txBody>
          <a:bodyPr/>
          <a:lstStyle/>
          <a:p>
            <a:fld id="{1004B641-292D-6D41-ADEE-A2B44631D5AE}" type="slidenum">
              <a:rPr kumimoji="1" lang="ja-JP" altLang="en-US" smtClean="0"/>
              <a:t>17</a:t>
            </a:fld>
            <a:endParaRPr kumimoji="1" lang="ja-JP" altLang="en-US"/>
          </a:p>
        </p:txBody>
      </p:sp>
    </p:spTree>
    <p:extLst>
      <p:ext uri="{BB962C8B-B14F-4D97-AF65-F5344CB8AC3E}">
        <p14:creationId xmlns:p14="http://schemas.microsoft.com/office/powerpoint/2010/main" val="42139393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ECD2C-29E6-33C0-897C-F25ED82E2F5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AE101ED-8B83-4422-0AA4-52A0BC8A379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DF1CCF-514D-F61B-67D9-C5F19EBCB2A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DC706A2-67D9-3E84-55EA-161D58D93EFA}"/>
              </a:ext>
            </a:extLst>
          </p:cNvPr>
          <p:cNvSpPr>
            <a:spLocks noGrp="1"/>
          </p:cNvSpPr>
          <p:nvPr>
            <p:ph type="sldNum" sz="quarter" idx="5"/>
          </p:nvPr>
        </p:nvSpPr>
        <p:spPr/>
        <p:txBody>
          <a:bodyPr/>
          <a:lstStyle/>
          <a:p>
            <a:fld id="{1004B641-292D-6D41-ADEE-A2B44631D5AE}" type="slidenum">
              <a:rPr kumimoji="1" lang="ja-JP" altLang="en-US" smtClean="0"/>
              <a:t>19</a:t>
            </a:fld>
            <a:endParaRPr kumimoji="1" lang="ja-JP" altLang="en-US"/>
          </a:p>
        </p:txBody>
      </p:sp>
    </p:spTree>
    <p:extLst>
      <p:ext uri="{BB962C8B-B14F-4D97-AF65-F5344CB8AC3E}">
        <p14:creationId xmlns:p14="http://schemas.microsoft.com/office/powerpoint/2010/main" val="3148155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F8BDF-626B-6E71-DB9F-3C2D7214D47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6222675-3A95-15D1-D1B3-C84F378E04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B28A613-F7AD-29AD-24A9-7849540966C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0EAB10B-AC25-C46A-F7F5-672C149D8BAA}"/>
              </a:ext>
            </a:extLst>
          </p:cNvPr>
          <p:cNvSpPr>
            <a:spLocks noGrp="1"/>
          </p:cNvSpPr>
          <p:nvPr>
            <p:ph type="sldNum" sz="quarter" idx="5"/>
          </p:nvPr>
        </p:nvSpPr>
        <p:spPr/>
        <p:txBody>
          <a:bodyPr/>
          <a:lstStyle/>
          <a:p>
            <a:fld id="{1004B641-292D-6D41-ADEE-A2B44631D5AE}" type="slidenum">
              <a:rPr kumimoji="1" lang="ja-JP" altLang="en-US" smtClean="0"/>
              <a:t>20</a:t>
            </a:fld>
            <a:endParaRPr kumimoji="1" lang="ja-JP" altLang="en-US"/>
          </a:p>
        </p:txBody>
      </p:sp>
    </p:spTree>
    <p:extLst>
      <p:ext uri="{BB962C8B-B14F-4D97-AF65-F5344CB8AC3E}">
        <p14:creationId xmlns:p14="http://schemas.microsoft.com/office/powerpoint/2010/main" val="37026780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457388"/>
            <a:ext cx="9906000" cy="2400493"/>
          </a:xfrm>
          <a:custGeom>
            <a:avLst/>
            <a:gdLst/>
            <a:ahLst/>
            <a:cxnLst/>
            <a:rect l="l" t="t" r="r" b="b"/>
            <a:pathLst>
              <a:path w="20104100" h="3958590">
                <a:moveTo>
                  <a:pt x="14982400" y="0"/>
                </a:moveTo>
                <a:lnTo>
                  <a:pt x="14892958" y="474"/>
                </a:lnTo>
                <a:lnTo>
                  <a:pt x="14802819" y="1727"/>
                </a:lnTo>
                <a:lnTo>
                  <a:pt x="14711991" y="3744"/>
                </a:lnTo>
                <a:lnTo>
                  <a:pt x="14620485" y="6508"/>
                </a:lnTo>
                <a:lnTo>
                  <a:pt x="14528310" y="10004"/>
                </a:lnTo>
                <a:lnTo>
                  <a:pt x="14435474" y="14216"/>
                </a:lnTo>
                <a:lnTo>
                  <a:pt x="14341989" y="19127"/>
                </a:lnTo>
                <a:lnTo>
                  <a:pt x="14247863" y="24722"/>
                </a:lnTo>
                <a:lnTo>
                  <a:pt x="14153105" y="30985"/>
                </a:lnTo>
                <a:lnTo>
                  <a:pt x="14057725" y="37900"/>
                </a:lnTo>
                <a:lnTo>
                  <a:pt x="13961733" y="45451"/>
                </a:lnTo>
                <a:lnTo>
                  <a:pt x="13865137" y="53622"/>
                </a:lnTo>
                <a:lnTo>
                  <a:pt x="13767948" y="62397"/>
                </a:lnTo>
                <a:lnTo>
                  <a:pt x="13670174" y="71760"/>
                </a:lnTo>
                <a:lnTo>
                  <a:pt x="13571825" y="81695"/>
                </a:lnTo>
                <a:lnTo>
                  <a:pt x="13472911" y="92187"/>
                </a:lnTo>
                <a:lnTo>
                  <a:pt x="13373441" y="103219"/>
                </a:lnTo>
                <a:lnTo>
                  <a:pt x="13273424" y="114776"/>
                </a:lnTo>
                <a:lnTo>
                  <a:pt x="13172870" y="126841"/>
                </a:lnTo>
                <a:lnTo>
                  <a:pt x="13021052" y="145858"/>
                </a:lnTo>
                <a:lnTo>
                  <a:pt x="12868079" y="165929"/>
                </a:lnTo>
                <a:lnTo>
                  <a:pt x="12713981" y="187001"/>
                </a:lnTo>
                <a:lnTo>
                  <a:pt x="12558792" y="209021"/>
                </a:lnTo>
                <a:lnTo>
                  <a:pt x="12402542" y="231934"/>
                </a:lnTo>
                <a:lnTo>
                  <a:pt x="12245264" y="255686"/>
                </a:lnTo>
                <a:lnTo>
                  <a:pt x="12034016" y="288569"/>
                </a:lnTo>
                <a:lnTo>
                  <a:pt x="11821070" y="322722"/>
                </a:lnTo>
                <a:lnTo>
                  <a:pt x="11552618" y="367004"/>
                </a:lnTo>
                <a:lnTo>
                  <a:pt x="11227340" y="422149"/>
                </a:lnTo>
                <a:lnTo>
                  <a:pt x="10678267" y="517803"/>
                </a:lnTo>
                <a:lnTo>
                  <a:pt x="9445016" y="735852"/>
                </a:lnTo>
                <a:lnTo>
                  <a:pt x="9046880" y="804798"/>
                </a:lnTo>
                <a:lnTo>
                  <a:pt x="8703952" y="862823"/>
                </a:lnTo>
                <a:lnTo>
                  <a:pt x="8417196" y="910092"/>
                </a:lnTo>
                <a:lnTo>
                  <a:pt x="8187255" y="947018"/>
                </a:lnTo>
                <a:lnTo>
                  <a:pt x="7956918" y="983016"/>
                </a:lnTo>
                <a:lnTo>
                  <a:pt x="7783951" y="1009328"/>
                </a:lnTo>
                <a:lnTo>
                  <a:pt x="7610836" y="1034993"/>
                </a:lnTo>
                <a:lnTo>
                  <a:pt x="7437604" y="1059957"/>
                </a:lnTo>
                <a:lnTo>
                  <a:pt x="7264288" y="1084165"/>
                </a:lnTo>
                <a:lnTo>
                  <a:pt x="7090920" y="1107564"/>
                </a:lnTo>
                <a:lnTo>
                  <a:pt x="6917530" y="1130101"/>
                </a:lnTo>
                <a:lnTo>
                  <a:pt x="6744151" y="1151721"/>
                </a:lnTo>
                <a:lnTo>
                  <a:pt x="6628587" y="1165599"/>
                </a:lnTo>
                <a:lnTo>
                  <a:pt x="6513051" y="1179030"/>
                </a:lnTo>
                <a:lnTo>
                  <a:pt x="6397553" y="1191998"/>
                </a:lnTo>
                <a:lnTo>
                  <a:pt x="6282102" y="1204486"/>
                </a:lnTo>
                <a:lnTo>
                  <a:pt x="6166708" y="1216480"/>
                </a:lnTo>
                <a:lnTo>
                  <a:pt x="6051380" y="1227963"/>
                </a:lnTo>
                <a:lnTo>
                  <a:pt x="5936127" y="1238919"/>
                </a:lnTo>
                <a:lnTo>
                  <a:pt x="5820960" y="1249333"/>
                </a:lnTo>
                <a:lnTo>
                  <a:pt x="5705886" y="1259188"/>
                </a:lnTo>
                <a:lnTo>
                  <a:pt x="5590917" y="1268468"/>
                </a:lnTo>
                <a:lnTo>
                  <a:pt x="5476061" y="1277158"/>
                </a:lnTo>
                <a:lnTo>
                  <a:pt x="5361327" y="1285242"/>
                </a:lnTo>
                <a:lnTo>
                  <a:pt x="5246726" y="1292703"/>
                </a:lnTo>
                <a:lnTo>
                  <a:pt x="5132266" y="1299526"/>
                </a:lnTo>
                <a:lnTo>
                  <a:pt x="5017957" y="1305695"/>
                </a:lnTo>
                <a:lnTo>
                  <a:pt x="4903808" y="1311193"/>
                </a:lnTo>
                <a:lnTo>
                  <a:pt x="4772822" y="1316862"/>
                </a:lnTo>
                <a:lnTo>
                  <a:pt x="4643946" y="1321922"/>
                </a:lnTo>
                <a:lnTo>
                  <a:pt x="4517127" y="1326371"/>
                </a:lnTo>
                <a:lnTo>
                  <a:pt x="4392314" y="1330204"/>
                </a:lnTo>
                <a:lnTo>
                  <a:pt x="4269454" y="1333421"/>
                </a:lnTo>
                <a:lnTo>
                  <a:pt x="4148493" y="1336017"/>
                </a:lnTo>
                <a:lnTo>
                  <a:pt x="4029380" y="1337990"/>
                </a:lnTo>
                <a:lnTo>
                  <a:pt x="3912063" y="1339336"/>
                </a:lnTo>
                <a:lnTo>
                  <a:pt x="3796488" y="1340053"/>
                </a:lnTo>
                <a:lnTo>
                  <a:pt x="3682604" y="1340139"/>
                </a:lnTo>
                <a:lnTo>
                  <a:pt x="3570357" y="1339589"/>
                </a:lnTo>
                <a:lnTo>
                  <a:pt x="3459695" y="1338402"/>
                </a:lnTo>
                <a:lnTo>
                  <a:pt x="3350567" y="1336574"/>
                </a:lnTo>
                <a:lnTo>
                  <a:pt x="3242918" y="1334103"/>
                </a:lnTo>
                <a:lnTo>
                  <a:pt x="3136698" y="1330985"/>
                </a:lnTo>
                <a:lnTo>
                  <a:pt x="3031852" y="1327217"/>
                </a:lnTo>
                <a:lnTo>
                  <a:pt x="2928330" y="1322797"/>
                </a:lnTo>
                <a:lnTo>
                  <a:pt x="2826078" y="1317722"/>
                </a:lnTo>
                <a:lnTo>
                  <a:pt x="2725044" y="1311989"/>
                </a:lnTo>
                <a:lnTo>
                  <a:pt x="2625175" y="1305595"/>
                </a:lnTo>
                <a:lnTo>
                  <a:pt x="2526419" y="1298537"/>
                </a:lnTo>
                <a:lnTo>
                  <a:pt x="2428724" y="1290811"/>
                </a:lnTo>
                <a:lnTo>
                  <a:pt x="2332036" y="1282417"/>
                </a:lnTo>
                <a:lnTo>
                  <a:pt x="2236304" y="1273349"/>
                </a:lnTo>
                <a:lnTo>
                  <a:pt x="2141475" y="1263606"/>
                </a:lnTo>
                <a:lnTo>
                  <a:pt x="2047496" y="1253185"/>
                </a:lnTo>
                <a:lnTo>
                  <a:pt x="1954315" y="1242082"/>
                </a:lnTo>
                <a:lnTo>
                  <a:pt x="1861880" y="1230295"/>
                </a:lnTo>
                <a:lnTo>
                  <a:pt x="1770138" y="1217820"/>
                </a:lnTo>
                <a:lnTo>
                  <a:pt x="1679036" y="1204656"/>
                </a:lnTo>
                <a:lnTo>
                  <a:pt x="1588523" y="1190799"/>
                </a:lnTo>
                <a:lnTo>
                  <a:pt x="1498545" y="1176245"/>
                </a:lnTo>
                <a:lnTo>
                  <a:pt x="1409050" y="1160993"/>
                </a:lnTo>
                <a:lnTo>
                  <a:pt x="1319985" y="1145040"/>
                </a:lnTo>
                <a:lnTo>
                  <a:pt x="1231299" y="1128381"/>
                </a:lnTo>
                <a:lnTo>
                  <a:pt x="1142938" y="1111015"/>
                </a:lnTo>
                <a:lnTo>
                  <a:pt x="1054851" y="1092939"/>
                </a:lnTo>
                <a:lnTo>
                  <a:pt x="966984" y="1074149"/>
                </a:lnTo>
                <a:lnTo>
                  <a:pt x="879285" y="1054644"/>
                </a:lnTo>
                <a:lnTo>
                  <a:pt x="791702" y="1034419"/>
                </a:lnTo>
                <a:lnTo>
                  <a:pt x="704182" y="1013472"/>
                </a:lnTo>
                <a:lnTo>
                  <a:pt x="616673" y="991800"/>
                </a:lnTo>
                <a:lnTo>
                  <a:pt x="529122" y="969400"/>
                </a:lnTo>
                <a:lnTo>
                  <a:pt x="441477" y="946269"/>
                </a:lnTo>
                <a:lnTo>
                  <a:pt x="353685" y="922405"/>
                </a:lnTo>
                <a:lnTo>
                  <a:pt x="265694" y="897804"/>
                </a:lnTo>
                <a:lnTo>
                  <a:pt x="177451" y="872464"/>
                </a:lnTo>
                <a:lnTo>
                  <a:pt x="88903" y="846382"/>
                </a:lnTo>
                <a:lnTo>
                  <a:pt x="0" y="819554"/>
                </a:lnTo>
                <a:lnTo>
                  <a:pt x="0" y="3957992"/>
                </a:lnTo>
                <a:lnTo>
                  <a:pt x="20104099" y="3957992"/>
                </a:lnTo>
                <a:lnTo>
                  <a:pt x="20104099" y="1435598"/>
                </a:lnTo>
                <a:lnTo>
                  <a:pt x="19063028" y="727077"/>
                </a:lnTo>
                <a:lnTo>
                  <a:pt x="18245596" y="343428"/>
                </a:lnTo>
                <a:lnTo>
                  <a:pt x="17228434" y="151925"/>
                </a:lnTo>
                <a:lnTo>
                  <a:pt x="15588174" y="19840"/>
                </a:lnTo>
                <a:lnTo>
                  <a:pt x="15546122" y="17014"/>
                </a:lnTo>
                <a:lnTo>
                  <a:pt x="15503878" y="14413"/>
                </a:lnTo>
                <a:lnTo>
                  <a:pt x="15461443" y="12034"/>
                </a:lnTo>
                <a:lnTo>
                  <a:pt x="15418819" y="9876"/>
                </a:lnTo>
                <a:lnTo>
                  <a:pt x="15376006" y="7937"/>
                </a:lnTo>
                <a:lnTo>
                  <a:pt x="15333005" y="6215"/>
                </a:lnTo>
                <a:lnTo>
                  <a:pt x="15289819" y="4707"/>
                </a:lnTo>
                <a:lnTo>
                  <a:pt x="15246447" y="3412"/>
                </a:lnTo>
                <a:lnTo>
                  <a:pt x="15202892" y="2328"/>
                </a:lnTo>
                <a:lnTo>
                  <a:pt x="15159154" y="1453"/>
                </a:lnTo>
                <a:lnTo>
                  <a:pt x="15071135" y="321"/>
                </a:lnTo>
                <a:lnTo>
                  <a:pt x="14982400" y="0"/>
                </a:lnTo>
                <a:close/>
              </a:path>
            </a:pathLst>
          </a:custGeom>
          <a:solidFill>
            <a:srgbClr val="2C4C76"/>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9013428" y="4228803"/>
            <a:ext cx="440117" cy="419552"/>
          </a:xfrm>
          <a:prstGeom prst="rect">
            <a:avLst/>
          </a:prstGeom>
        </p:spPr>
      </p:pic>
      <p:pic>
        <p:nvPicPr>
          <p:cNvPr id="18" name="bg object 18"/>
          <p:cNvPicPr/>
          <p:nvPr/>
        </p:nvPicPr>
        <p:blipFill>
          <a:blip r:embed="rId3" cstate="print"/>
          <a:stretch>
            <a:fillRect/>
          </a:stretch>
        </p:blipFill>
        <p:spPr>
          <a:xfrm>
            <a:off x="8544426" y="3960966"/>
            <a:ext cx="330695" cy="510991"/>
          </a:xfrm>
          <a:prstGeom prst="rect">
            <a:avLst/>
          </a:prstGeom>
        </p:spPr>
      </p:pic>
      <p:pic>
        <p:nvPicPr>
          <p:cNvPr id="19" name="bg object 19"/>
          <p:cNvPicPr/>
          <p:nvPr/>
        </p:nvPicPr>
        <p:blipFill>
          <a:blip r:embed="rId4" cstate="print"/>
          <a:stretch>
            <a:fillRect/>
          </a:stretch>
        </p:blipFill>
        <p:spPr>
          <a:xfrm>
            <a:off x="6700948" y="3850018"/>
            <a:ext cx="786739" cy="553466"/>
          </a:xfrm>
          <a:prstGeom prst="rect">
            <a:avLst/>
          </a:prstGeom>
        </p:spPr>
      </p:pic>
      <p:sp>
        <p:nvSpPr>
          <p:cNvPr id="20" name="bg object 20"/>
          <p:cNvSpPr/>
          <p:nvPr/>
        </p:nvSpPr>
        <p:spPr>
          <a:xfrm>
            <a:off x="7720842" y="5555862"/>
            <a:ext cx="1592594" cy="422416"/>
          </a:xfrm>
          <a:custGeom>
            <a:avLst/>
            <a:gdLst/>
            <a:ahLst/>
            <a:cxnLst/>
            <a:rect l="l" t="t" r="r" b="b"/>
            <a:pathLst>
              <a:path w="3232150" h="696595">
                <a:moveTo>
                  <a:pt x="855370" y="573049"/>
                </a:moveTo>
                <a:lnTo>
                  <a:pt x="853097" y="560095"/>
                </a:lnTo>
                <a:lnTo>
                  <a:pt x="844880" y="547839"/>
                </a:lnTo>
                <a:lnTo>
                  <a:pt x="739063" y="446087"/>
                </a:lnTo>
                <a:lnTo>
                  <a:pt x="734707" y="440880"/>
                </a:lnTo>
                <a:lnTo>
                  <a:pt x="731494" y="434975"/>
                </a:lnTo>
                <a:lnTo>
                  <a:pt x="729500" y="428561"/>
                </a:lnTo>
                <a:lnTo>
                  <a:pt x="728827" y="421830"/>
                </a:lnTo>
                <a:lnTo>
                  <a:pt x="728827" y="11557"/>
                </a:lnTo>
                <a:lnTo>
                  <a:pt x="728611" y="5080"/>
                </a:lnTo>
                <a:lnTo>
                  <a:pt x="723239" y="0"/>
                </a:lnTo>
                <a:lnTo>
                  <a:pt x="713867" y="279"/>
                </a:lnTo>
                <a:lnTo>
                  <a:pt x="711085" y="1447"/>
                </a:lnTo>
                <a:lnTo>
                  <a:pt x="708990" y="3479"/>
                </a:lnTo>
                <a:lnTo>
                  <a:pt x="587946" y="88252"/>
                </a:lnTo>
                <a:lnTo>
                  <a:pt x="583590" y="93446"/>
                </a:lnTo>
                <a:lnTo>
                  <a:pt x="580377" y="99352"/>
                </a:lnTo>
                <a:lnTo>
                  <a:pt x="578396" y="105765"/>
                </a:lnTo>
                <a:lnTo>
                  <a:pt x="577710" y="112509"/>
                </a:lnTo>
                <a:lnTo>
                  <a:pt x="577710" y="509587"/>
                </a:lnTo>
                <a:lnTo>
                  <a:pt x="549922" y="536943"/>
                </a:lnTo>
                <a:lnTo>
                  <a:pt x="542607" y="536943"/>
                </a:lnTo>
                <a:lnTo>
                  <a:pt x="450202" y="446087"/>
                </a:lnTo>
                <a:lnTo>
                  <a:pt x="445846" y="440880"/>
                </a:lnTo>
                <a:lnTo>
                  <a:pt x="442633" y="434975"/>
                </a:lnTo>
                <a:lnTo>
                  <a:pt x="440651" y="428561"/>
                </a:lnTo>
                <a:lnTo>
                  <a:pt x="439966" y="421830"/>
                </a:lnTo>
                <a:lnTo>
                  <a:pt x="439966" y="125933"/>
                </a:lnTo>
                <a:lnTo>
                  <a:pt x="439762" y="119456"/>
                </a:lnTo>
                <a:lnTo>
                  <a:pt x="434378" y="114363"/>
                </a:lnTo>
                <a:lnTo>
                  <a:pt x="425005" y="114655"/>
                </a:lnTo>
                <a:lnTo>
                  <a:pt x="422224" y="115824"/>
                </a:lnTo>
                <a:lnTo>
                  <a:pt x="420128" y="117856"/>
                </a:lnTo>
                <a:lnTo>
                  <a:pt x="299085" y="202628"/>
                </a:lnTo>
                <a:lnTo>
                  <a:pt x="294741" y="207822"/>
                </a:lnTo>
                <a:lnTo>
                  <a:pt x="291541" y="213728"/>
                </a:lnTo>
                <a:lnTo>
                  <a:pt x="289547" y="220141"/>
                </a:lnTo>
                <a:lnTo>
                  <a:pt x="288848" y="226885"/>
                </a:lnTo>
                <a:lnTo>
                  <a:pt x="288848" y="509651"/>
                </a:lnTo>
                <a:lnTo>
                  <a:pt x="261073" y="536994"/>
                </a:lnTo>
                <a:lnTo>
                  <a:pt x="253746" y="536994"/>
                </a:lnTo>
                <a:lnTo>
                  <a:pt x="161340" y="446138"/>
                </a:lnTo>
                <a:lnTo>
                  <a:pt x="156997" y="440944"/>
                </a:lnTo>
                <a:lnTo>
                  <a:pt x="153771" y="435038"/>
                </a:lnTo>
                <a:lnTo>
                  <a:pt x="151790" y="428625"/>
                </a:lnTo>
                <a:lnTo>
                  <a:pt x="151104" y="421881"/>
                </a:lnTo>
                <a:lnTo>
                  <a:pt x="151104" y="240220"/>
                </a:lnTo>
                <a:lnTo>
                  <a:pt x="150901" y="233743"/>
                </a:lnTo>
                <a:lnTo>
                  <a:pt x="145516" y="228663"/>
                </a:lnTo>
                <a:lnTo>
                  <a:pt x="136144" y="228942"/>
                </a:lnTo>
                <a:lnTo>
                  <a:pt x="133362" y="230111"/>
                </a:lnTo>
                <a:lnTo>
                  <a:pt x="131279" y="232143"/>
                </a:lnTo>
                <a:lnTo>
                  <a:pt x="10236" y="316915"/>
                </a:lnTo>
                <a:lnTo>
                  <a:pt x="5892" y="322110"/>
                </a:lnTo>
                <a:lnTo>
                  <a:pt x="2679" y="328015"/>
                </a:lnTo>
                <a:lnTo>
                  <a:pt x="685" y="334429"/>
                </a:lnTo>
                <a:lnTo>
                  <a:pt x="0" y="341172"/>
                </a:lnTo>
                <a:lnTo>
                  <a:pt x="0" y="569836"/>
                </a:lnTo>
                <a:lnTo>
                  <a:pt x="126441" y="686168"/>
                </a:lnTo>
                <a:lnTo>
                  <a:pt x="151091" y="696201"/>
                </a:lnTo>
                <a:lnTo>
                  <a:pt x="164198" y="693699"/>
                </a:lnTo>
                <a:lnTo>
                  <a:pt x="175768" y="686168"/>
                </a:lnTo>
                <a:lnTo>
                  <a:pt x="290791" y="572998"/>
                </a:lnTo>
                <a:lnTo>
                  <a:pt x="291947" y="575564"/>
                </a:lnTo>
                <a:lnTo>
                  <a:pt x="415239" y="686168"/>
                </a:lnTo>
                <a:lnTo>
                  <a:pt x="439889" y="696201"/>
                </a:lnTo>
                <a:lnTo>
                  <a:pt x="452996" y="693699"/>
                </a:lnTo>
                <a:lnTo>
                  <a:pt x="464566" y="686168"/>
                </a:lnTo>
                <a:lnTo>
                  <a:pt x="579602" y="572998"/>
                </a:lnTo>
                <a:lnTo>
                  <a:pt x="580771" y="575564"/>
                </a:lnTo>
                <a:lnTo>
                  <a:pt x="704037" y="686168"/>
                </a:lnTo>
                <a:lnTo>
                  <a:pt x="728687" y="696201"/>
                </a:lnTo>
                <a:lnTo>
                  <a:pt x="741794" y="693699"/>
                </a:lnTo>
                <a:lnTo>
                  <a:pt x="753364" y="686168"/>
                </a:lnTo>
                <a:lnTo>
                  <a:pt x="844880" y="597103"/>
                </a:lnTo>
                <a:lnTo>
                  <a:pt x="852627" y="585901"/>
                </a:lnTo>
                <a:lnTo>
                  <a:pt x="855370" y="573049"/>
                </a:lnTo>
                <a:close/>
              </a:path>
              <a:path w="3232150" h="696595">
                <a:moveTo>
                  <a:pt x="1519618" y="245960"/>
                </a:moveTo>
                <a:lnTo>
                  <a:pt x="1469224" y="245960"/>
                </a:lnTo>
                <a:lnTo>
                  <a:pt x="1464221" y="245833"/>
                </a:lnTo>
                <a:lnTo>
                  <a:pt x="1459331" y="247332"/>
                </a:lnTo>
                <a:lnTo>
                  <a:pt x="1389189" y="467194"/>
                </a:lnTo>
                <a:lnTo>
                  <a:pt x="1382268" y="501345"/>
                </a:lnTo>
                <a:lnTo>
                  <a:pt x="1380375" y="492709"/>
                </a:lnTo>
                <a:lnTo>
                  <a:pt x="1305572" y="260502"/>
                </a:lnTo>
                <a:lnTo>
                  <a:pt x="1288935" y="245732"/>
                </a:lnTo>
                <a:lnTo>
                  <a:pt x="1284084" y="245948"/>
                </a:lnTo>
                <a:lnTo>
                  <a:pt x="1260221" y="245833"/>
                </a:lnTo>
                <a:lnTo>
                  <a:pt x="1174305" y="472287"/>
                </a:lnTo>
                <a:lnTo>
                  <a:pt x="1166990" y="502589"/>
                </a:lnTo>
                <a:lnTo>
                  <a:pt x="1162100" y="477837"/>
                </a:lnTo>
                <a:lnTo>
                  <a:pt x="1099642" y="256235"/>
                </a:lnTo>
                <a:lnTo>
                  <a:pt x="1084313" y="245795"/>
                </a:lnTo>
                <a:lnTo>
                  <a:pt x="1079360" y="245960"/>
                </a:lnTo>
                <a:lnTo>
                  <a:pt x="1025575" y="245960"/>
                </a:lnTo>
                <a:lnTo>
                  <a:pt x="1132636" y="591388"/>
                </a:lnTo>
                <a:lnTo>
                  <a:pt x="1190929" y="591388"/>
                </a:lnTo>
                <a:lnTo>
                  <a:pt x="1267167" y="355358"/>
                </a:lnTo>
                <a:lnTo>
                  <a:pt x="1268260" y="352336"/>
                </a:lnTo>
                <a:lnTo>
                  <a:pt x="1273175" y="334365"/>
                </a:lnTo>
                <a:lnTo>
                  <a:pt x="1274610" y="341515"/>
                </a:lnTo>
                <a:lnTo>
                  <a:pt x="1276527" y="348526"/>
                </a:lnTo>
                <a:lnTo>
                  <a:pt x="1278928" y="355396"/>
                </a:lnTo>
                <a:lnTo>
                  <a:pt x="1354378" y="591413"/>
                </a:lnTo>
                <a:lnTo>
                  <a:pt x="1412443" y="591413"/>
                </a:lnTo>
                <a:lnTo>
                  <a:pt x="1519618" y="245960"/>
                </a:lnTo>
                <a:close/>
              </a:path>
              <a:path w="3232150" h="696595">
                <a:moveTo>
                  <a:pt x="1847811" y="541515"/>
                </a:moveTo>
                <a:lnTo>
                  <a:pt x="1820049" y="511479"/>
                </a:lnTo>
                <a:lnTo>
                  <a:pt x="1816684" y="509993"/>
                </a:lnTo>
                <a:lnTo>
                  <a:pt x="1813166" y="510082"/>
                </a:lnTo>
                <a:lnTo>
                  <a:pt x="1811248" y="510044"/>
                </a:lnTo>
                <a:lnTo>
                  <a:pt x="1809330" y="510476"/>
                </a:lnTo>
                <a:lnTo>
                  <a:pt x="1805774" y="512254"/>
                </a:lnTo>
                <a:lnTo>
                  <a:pt x="1804098" y="513422"/>
                </a:lnTo>
                <a:lnTo>
                  <a:pt x="1797685" y="519328"/>
                </a:lnTo>
                <a:lnTo>
                  <a:pt x="1792363" y="523354"/>
                </a:lnTo>
                <a:lnTo>
                  <a:pt x="1756803" y="538568"/>
                </a:lnTo>
                <a:lnTo>
                  <a:pt x="1734350" y="540943"/>
                </a:lnTo>
                <a:lnTo>
                  <a:pt x="1726387" y="540893"/>
                </a:lnTo>
                <a:lnTo>
                  <a:pt x="1685277" y="532650"/>
                </a:lnTo>
                <a:lnTo>
                  <a:pt x="1652104" y="508876"/>
                </a:lnTo>
                <a:lnTo>
                  <a:pt x="1629727" y="470649"/>
                </a:lnTo>
                <a:lnTo>
                  <a:pt x="1621840" y="432015"/>
                </a:lnTo>
                <a:lnTo>
                  <a:pt x="1621485" y="418820"/>
                </a:lnTo>
                <a:lnTo>
                  <a:pt x="1621815" y="405739"/>
                </a:lnTo>
                <a:lnTo>
                  <a:pt x="1629156" y="367322"/>
                </a:lnTo>
                <a:lnTo>
                  <a:pt x="1650669" y="329095"/>
                </a:lnTo>
                <a:lnTo>
                  <a:pt x="1683740" y="305219"/>
                </a:lnTo>
                <a:lnTo>
                  <a:pt x="1726196" y="296976"/>
                </a:lnTo>
                <a:lnTo>
                  <a:pt x="1734261" y="296862"/>
                </a:lnTo>
                <a:lnTo>
                  <a:pt x="1742274" y="297548"/>
                </a:lnTo>
                <a:lnTo>
                  <a:pt x="1786356" y="312966"/>
                </a:lnTo>
                <a:lnTo>
                  <a:pt x="1795881" y="319125"/>
                </a:lnTo>
                <a:lnTo>
                  <a:pt x="1803463" y="323430"/>
                </a:lnTo>
                <a:lnTo>
                  <a:pt x="1843252" y="287159"/>
                </a:lnTo>
                <a:lnTo>
                  <a:pt x="1831987" y="277317"/>
                </a:lnTo>
                <a:lnTo>
                  <a:pt x="1793481" y="254660"/>
                </a:lnTo>
                <a:lnTo>
                  <a:pt x="1743608" y="242785"/>
                </a:lnTo>
                <a:lnTo>
                  <a:pt x="1726450" y="242227"/>
                </a:lnTo>
                <a:lnTo>
                  <a:pt x="1708696" y="242887"/>
                </a:lnTo>
                <a:lnTo>
                  <a:pt x="1657134" y="255270"/>
                </a:lnTo>
                <a:lnTo>
                  <a:pt x="1615262" y="280517"/>
                </a:lnTo>
                <a:lnTo>
                  <a:pt x="1582940" y="317792"/>
                </a:lnTo>
                <a:lnTo>
                  <a:pt x="1562709" y="364807"/>
                </a:lnTo>
                <a:lnTo>
                  <a:pt x="1555864" y="418795"/>
                </a:lnTo>
                <a:lnTo>
                  <a:pt x="1556448" y="436841"/>
                </a:lnTo>
                <a:lnTo>
                  <a:pt x="1567446" y="489712"/>
                </a:lnTo>
                <a:lnTo>
                  <a:pt x="1590319" y="532993"/>
                </a:lnTo>
                <a:lnTo>
                  <a:pt x="1625066" y="566674"/>
                </a:lnTo>
                <a:lnTo>
                  <a:pt x="1669923" y="588073"/>
                </a:lnTo>
                <a:lnTo>
                  <a:pt x="1722386" y="595299"/>
                </a:lnTo>
                <a:lnTo>
                  <a:pt x="1741284" y="594779"/>
                </a:lnTo>
                <a:lnTo>
                  <a:pt x="1796084" y="581431"/>
                </a:lnTo>
                <a:lnTo>
                  <a:pt x="1836737" y="553758"/>
                </a:lnTo>
                <a:lnTo>
                  <a:pt x="1847811" y="541515"/>
                </a:lnTo>
                <a:close/>
              </a:path>
              <a:path w="3232150" h="696595">
                <a:moveTo>
                  <a:pt x="2218652" y="591413"/>
                </a:moveTo>
                <a:lnTo>
                  <a:pt x="2185263" y="506361"/>
                </a:lnTo>
                <a:lnTo>
                  <a:pt x="2167432" y="460959"/>
                </a:lnTo>
                <a:lnTo>
                  <a:pt x="2106269" y="305181"/>
                </a:lnTo>
                <a:lnTo>
                  <a:pt x="2105139" y="302310"/>
                </a:lnTo>
                <a:lnTo>
                  <a:pt x="2105139" y="460959"/>
                </a:lnTo>
                <a:lnTo>
                  <a:pt x="1995258" y="460959"/>
                </a:lnTo>
                <a:lnTo>
                  <a:pt x="2037080" y="346519"/>
                </a:lnTo>
                <a:lnTo>
                  <a:pt x="2039137" y="341261"/>
                </a:lnTo>
                <a:lnTo>
                  <a:pt x="2041283" y="335051"/>
                </a:lnTo>
                <a:lnTo>
                  <a:pt x="2045754" y="320916"/>
                </a:lnTo>
                <a:lnTo>
                  <a:pt x="2047900" y="313283"/>
                </a:lnTo>
                <a:lnTo>
                  <a:pt x="2049983" y="305181"/>
                </a:lnTo>
                <a:lnTo>
                  <a:pt x="2052167" y="313283"/>
                </a:lnTo>
                <a:lnTo>
                  <a:pt x="2054428" y="320916"/>
                </a:lnTo>
                <a:lnTo>
                  <a:pt x="2058873" y="334911"/>
                </a:lnTo>
                <a:lnTo>
                  <a:pt x="2061057" y="340969"/>
                </a:lnTo>
                <a:lnTo>
                  <a:pt x="2063115" y="346036"/>
                </a:lnTo>
                <a:lnTo>
                  <a:pt x="2105139" y="460959"/>
                </a:lnTo>
                <a:lnTo>
                  <a:pt x="2105139" y="302310"/>
                </a:lnTo>
                <a:lnTo>
                  <a:pt x="2083028" y="245986"/>
                </a:lnTo>
                <a:lnTo>
                  <a:pt x="2017572" y="245986"/>
                </a:lnTo>
                <a:lnTo>
                  <a:pt x="1881593" y="591413"/>
                </a:lnTo>
                <a:lnTo>
                  <a:pt x="1931746" y="591413"/>
                </a:lnTo>
                <a:lnTo>
                  <a:pt x="1936661" y="591591"/>
                </a:lnTo>
                <a:lnTo>
                  <a:pt x="1941537" y="589978"/>
                </a:lnTo>
                <a:lnTo>
                  <a:pt x="1945360" y="586867"/>
                </a:lnTo>
                <a:lnTo>
                  <a:pt x="1948700" y="584288"/>
                </a:lnTo>
                <a:lnTo>
                  <a:pt x="1951215" y="580910"/>
                </a:lnTo>
                <a:lnTo>
                  <a:pt x="1952764" y="576846"/>
                </a:lnTo>
                <a:lnTo>
                  <a:pt x="1978583" y="506361"/>
                </a:lnTo>
                <a:lnTo>
                  <a:pt x="2121700" y="506361"/>
                </a:lnTo>
                <a:lnTo>
                  <a:pt x="2147506" y="576846"/>
                </a:lnTo>
                <a:lnTo>
                  <a:pt x="2164130" y="591616"/>
                </a:lnTo>
                <a:lnTo>
                  <a:pt x="2169020" y="591413"/>
                </a:lnTo>
                <a:lnTo>
                  <a:pt x="2218652" y="591413"/>
                </a:lnTo>
                <a:close/>
              </a:path>
              <a:path w="3232150" h="696595">
                <a:moveTo>
                  <a:pt x="2473845" y="245999"/>
                </a:moveTo>
                <a:lnTo>
                  <a:pt x="2409329" y="245999"/>
                </a:lnTo>
                <a:lnTo>
                  <a:pt x="2409329" y="591413"/>
                </a:lnTo>
                <a:lnTo>
                  <a:pt x="2473845" y="591413"/>
                </a:lnTo>
                <a:lnTo>
                  <a:pt x="2473845" y="245999"/>
                </a:lnTo>
                <a:close/>
              </a:path>
              <a:path w="3232150" h="696595">
                <a:moveTo>
                  <a:pt x="2861602" y="246024"/>
                </a:moveTo>
                <a:lnTo>
                  <a:pt x="2804934" y="246024"/>
                </a:lnTo>
                <a:lnTo>
                  <a:pt x="2804934" y="456044"/>
                </a:lnTo>
                <a:lnTo>
                  <a:pt x="2805061" y="465658"/>
                </a:lnTo>
                <a:lnTo>
                  <a:pt x="2806585" y="487565"/>
                </a:lnTo>
                <a:lnTo>
                  <a:pt x="2625496" y="256298"/>
                </a:lnTo>
                <a:lnTo>
                  <a:pt x="2606357" y="245999"/>
                </a:lnTo>
                <a:lnTo>
                  <a:pt x="2570340" y="245999"/>
                </a:lnTo>
                <a:lnTo>
                  <a:pt x="2570340" y="591413"/>
                </a:lnTo>
                <a:lnTo>
                  <a:pt x="2626982" y="591413"/>
                </a:lnTo>
                <a:lnTo>
                  <a:pt x="2626982" y="379310"/>
                </a:lnTo>
                <a:lnTo>
                  <a:pt x="2626614" y="365340"/>
                </a:lnTo>
                <a:lnTo>
                  <a:pt x="2625521" y="350164"/>
                </a:lnTo>
                <a:lnTo>
                  <a:pt x="2805925" y="580428"/>
                </a:lnTo>
                <a:lnTo>
                  <a:pt x="2810370" y="585355"/>
                </a:lnTo>
                <a:lnTo>
                  <a:pt x="2815844" y="588911"/>
                </a:lnTo>
                <a:lnTo>
                  <a:pt x="2822029" y="590981"/>
                </a:lnTo>
                <a:lnTo>
                  <a:pt x="2828645" y="591413"/>
                </a:lnTo>
                <a:lnTo>
                  <a:pt x="2861602" y="591413"/>
                </a:lnTo>
                <a:lnTo>
                  <a:pt x="2861602" y="246024"/>
                </a:lnTo>
                <a:close/>
              </a:path>
              <a:path w="3232150" h="696595">
                <a:moveTo>
                  <a:pt x="3231654" y="541515"/>
                </a:moveTo>
                <a:lnTo>
                  <a:pt x="3203918" y="511479"/>
                </a:lnTo>
                <a:lnTo>
                  <a:pt x="3200577" y="509993"/>
                </a:lnTo>
                <a:lnTo>
                  <a:pt x="3196983" y="510082"/>
                </a:lnTo>
                <a:lnTo>
                  <a:pt x="3195053" y="510044"/>
                </a:lnTo>
                <a:lnTo>
                  <a:pt x="3193135" y="510476"/>
                </a:lnTo>
                <a:lnTo>
                  <a:pt x="3189592" y="512254"/>
                </a:lnTo>
                <a:lnTo>
                  <a:pt x="3187903" y="513422"/>
                </a:lnTo>
                <a:lnTo>
                  <a:pt x="3181477" y="519328"/>
                </a:lnTo>
                <a:lnTo>
                  <a:pt x="3176168" y="523354"/>
                </a:lnTo>
                <a:lnTo>
                  <a:pt x="3140621" y="538568"/>
                </a:lnTo>
                <a:lnTo>
                  <a:pt x="3118129" y="540943"/>
                </a:lnTo>
                <a:lnTo>
                  <a:pt x="3110179" y="540893"/>
                </a:lnTo>
                <a:lnTo>
                  <a:pt x="3069069" y="532650"/>
                </a:lnTo>
                <a:lnTo>
                  <a:pt x="3035871" y="508876"/>
                </a:lnTo>
                <a:lnTo>
                  <a:pt x="3013506" y="470649"/>
                </a:lnTo>
                <a:lnTo>
                  <a:pt x="3005632" y="432015"/>
                </a:lnTo>
                <a:lnTo>
                  <a:pt x="3005264" y="418820"/>
                </a:lnTo>
                <a:lnTo>
                  <a:pt x="3005594" y="405739"/>
                </a:lnTo>
                <a:lnTo>
                  <a:pt x="3012935" y="367322"/>
                </a:lnTo>
                <a:lnTo>
                  <a:pt x="3034449" y="329095"/>
                </a:lnTo>
                <a:lnTo>
                  <a:pt x="3067520" y="305219"/>
                </a:lnTo>
                <a:lnTo>
                  <a:pt x="3109976" y="296976"/>
                </a:lnTo>
                <a:lnTo>
                  <a:pt x="3118015" y="296862"/>
                </a:lnTo>
                <a:lnTo>
                  <a:pt x="3126054" y="297548"/>
                </a:lnTo>
                <a:lnTo>
                  <a:pt x="3170148" y="312966"/>
                </a:lnTo>
                <a:lnTo>
                  <a:pt x="3179673" y="319125"/>
                </a:lnTo>
                <a:lnTo>
                  <a:pt x="3187268" y="323430"/>
                </a:lnTo>
                <a:lnTo>
                  <a:pt x="3227095" y="287159"/>
                </a:lnTo>
                <a:lnTo>
                  <a:pt x="3215843" y="277317"/>
                </a:lnTo>
                <a:lnTo>
                  <a:pt x="3177311" y="254660"/>
                </a:lnTo>
                <a:lnTo>
                  <a:pt x="3127451" y="242785"/>
                </a:lnTo>
                <a:lnTo>
                  <a:pt x="3110293" y="242227"/>
                </a:lnTo>
                <a:lnTo>
                  <a:pt x="3092539" y="242887"/>
                </a:lnTo>
                <a:lnTo>
                  <a:pt x="3040977" y="255270"/>
                </a:lnTo>
                <a:lnTo>
                  <a:pt x="2999105" y="280517"/>
                </a:lnTo>
                <a:lnTo>
                  <a:pt x="2966783" y="317792"/>
                </a:lnTo>
                <a:lnTo>
                  <a:pt x="2946552" y="364807"/>
                </a:lnTo>
                <a:lnTo>
                  <a:pt x="2939694" y="418795"/>
                </a:lnTo>
                <a:lnTo>
                  <a:pt x="2940291" y="436841"/>
                </a:lnTo>
                <a:lnTo>
                  <a:pt x="2951289" y="489712"/>
                </a:lnTo>
                <a:lnTo>
                  <a:pt x="2974187" y="532993"/>
                </a:lnTo>
                <a:lnTo>
                  <a:pt x="3008922" y="566674"/>
                </a:lnTo>
                <a:lnTo>
                  <a:pt x="3053791" y="588073"/>
                </a:lnTo>
                <a:lnTo>
                  <a:pt x="3106229" y="595299"/>
                </a:lnTo>
                <a:lnTo>
                  <a:pt x="3125127" y="594779"/>
                </a:lnTo>
                <a:lnTo>
                  <a:pt x="3179927" y="581431"/>
                </a:lnTo>
                <a:lnTo>
                  <a:pt x="3220567" y="553758"/>
                </a:lnTo>
                <a:lnTo>
                  <a:pt x="3231654" y="541515"/>
                </a:lnTo>
                <a:close/>
              </a:path>
            </a:pathLst>
          </a:custGeom>
          <a:solidFill>
            <a:srgbClr val="FFFFFF"/>
          </a:solidFill>
        </p:spPr>
        <p:txBody>
          <a:bodyPr wrap="square" lIns="0" tIns="0" rIns="0" bIns="0" rtlCol="0"/>
          <a:lstStyle/>
          <a:p>
            <a:endParaRPr/>
          </a:p>
        </p:txBody>
      </p:sp>
      <p:pic>
        <p:nvPicPr>
          <p:cNvPr id="21" name="bg object 21"/>
          <p:cNvPicPr/>
          <p:nvPr/>
        </p:nvPicPr>
        <p:blipFill>
          <a:blip r:embed="rId5" cstate="print"/>
          <a:stretch>
            <a:fillRect/>
          </a:stretch>
        </p:blipFill>
        <p:spPr>
          <a:xfrm>
            <a:off x="9344034" y="5872874"/>
            <a:ext cx="35615" cy="43697"/>
          </a:xfrm>
          <a:prstGeom prst="rect">
            <a:avLst/>
          </a:prstGeom>
        </p:spPr>
      </p:pic>
      <p:sp>
        <p:nvSpPr>
          <p:cNvPr id="2" name="Holder 2"/>
          <p:cNvSpPr>
            <a:spLocks noGrp="1"/>
          </p:cNvSpPr>
          <p:nvPr>
            <p:ph type="ctrTitle"/>
          </p:nvPr>
        </p:nvSpPr>
        <p:spPr>
          <a:xfrm>
            <a:off x="489042" y="1577604"/>
            <a:ext cx="2231197" cy="348685"/>
          </a:xfrm>
          <a:prstGeom prst="rect">
            <a:avLst/>
          </a:prstGeom>
        </p:spPr>
        <p:txBody>
          <a:bodyPr wrap="square" lIns="0" tIns="0" rIns="0" bIns="0">
            <a:spAutoFit/>
          </a:bodyPr>
          <a:lstStyle>
            <a:lvl1pPr>
              <a:defRPr sz="2266" b="1" i="0">
                <a:solidFill>
                  <a:srgbClr val="2C4C76"/>
                </a:solidFill>
                <a:latin typeface="Yu Gothic Pr6N B"/>
                <a:cs typeface="Yu Gothic Pr6N B"/>
              </a:defRPr>
            </a:lvl1pPr>
          </a:lstStyle>
          <a:p>
            <a:endParaRPr/>
          </a:p>
        </p:txBody>
      </p:sp>
      <p:sp>
        <p:nvSpPr>
          <p:cNvPr id="3" name="Holder 3"/>
          <p:cNvSpPr>
            <a:spLocks noGrp="1"/>
          </p:cNvSpPr>
          <p:nvPr>
            <p:ph type="subTitle" idx="4"/>
          </p:nvPr>
        </p:nvSpPr>
        <p:spPr>
          <a:xfrm>
            <a:off x="1485900" y="3840480"/>
            <a:ext cx="6934200" cy="250197"/>
          </a:xfrm>
          <a:prstGeom prst="rect">
            <a:avLst/>
          </a:prstGeom>
        </p:spPr>
        <p:txBody>
          <a:bodyPr wrap="square" lIns="0" tIns="0" rIns="0" bIns="0">
            <a:spAutoFit/>
          </a:bodyPr>
          <a:lstStyle>
            <a:lvl1pPr>
              <a:defRPr sz="1626" b="1" i="0">
                <a:solidFill>
                  <a:srgbClr val="2C4C76"/>
                </a:solidFill>
                <a:latin typeface="Yu Gothic Pr6N B"/>
                <a:cs typeface="Yu Gothic Pr6N B"/>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1D9D307-ABB1-D24E-B21C-359EC357B649}" type="datetime1">
              <a:rPr lang="ja-JP" altLang="en-US" smtClean="0"/>
              <a:t>2026/2/4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623533" y="536277"/>
            <a:ext cx="1749976" cy="348685"/>
          </a:xfrm>
        </p:spPr>
        <p:txBody>
          <a:bodyPr lIns="0" tIns="0" rIns="0" bIns="0"/>
          <a:lstStyle>
            <a:lvl1pPr>
              <a:defRPr sz="2266" b="1" i="0">
                <a:solidFill>
                  <a:srgbClr val="2C4C76"/>
                </a:solidFill>
                <a:latin typeface="Yu Gothic Pr6N B"/>
                <a:cs typeface="Yu Gothic Pr6N B"/>
              </a:defRPr>
            </a:lvl1pPr>
          </a:lstStyle>
          <a:p>
            <a:endParaRPr/>
          </a:p>
        </p:txBody>
      </p:sp>
      <p:sp>
        <p:nvSpPr>
          <p:cNvPr id="3" name="Holder 3"/>
          <p:cNvSpPr>
            <a:spLocks noGrp="1"/>
          </p:cNvSpPr>
          <p:nvPr>
            <p:ph type="body" idx="1"/>
          </p:nvPr>
        </p:nvSpPr>
        <p:spPr>
          <a:xfrm>
            <a:off x="859235" y="1628412"/>
            <a:ext cx="4704255" cy="250197"/>
          </a:xfrm>
        </p:spPr>
        <p:txBody>
          <a:bodyPr lIns="0" tIns="0" rIns="0" bIns="0"/>
          <a:lstStyle>
            <a:lvl1pPr>
              <a:defRPr sz="1626" b="1" i="0">
                <a:solidFill>
                  <a:srgbClr val="2C4C76"/>
                </a:solidFill>
                <a:latin typeface="Yu Gothic Pr6N B"/>
                <a:cs typeface="Yu Gothic Pr6N B"/>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6BB6D3A5-AB55-BE49-8BF5-FBED4891C28F}" type="datetime1">
              <a:rPr lang="ja-JP" altLang="en-US" smtClean="0"/>
              <a:t>2026/2/4</a:t>
            </a:fld>
            <a:endParaRPr lang="en-US"/>
          </a:p>
        </p:txBody>
      </p:sp>
      <p:sp>
        <p:nvSpPr>
          <p:cNvPr id="6" name="Holder 6"/>
          <p:cNvSpPr>
            <a:spLocks noGrp="1"/>
          </p:cNvSpPr>
          <p:nvPr>
            <p:ph type="sldNum" sz="quarter" idx="7"/>
          </p:nvPr>
        </p:nvSpPr>
        <p:spPr>
          <a:xfrm>
            <a:off x="7132320" y="6431800"/>
            <a:ext cx="2278380" cy="169277"/>
          </a:xfrm>
        </p:spPr>
        <p:txBody>
          <a:bodyPr lIns="0" tIns="0" rIns="0" bIns="0"/>
          <a:lstStyle>
            <a:lvl1pPr algn="r">
              <a:defRPr sz="1100">
                <a:solidFill>
                  <a:schemeClr val="tx1">
                    <a:tint val="75000"/>
                  </a:schemeClr>
                </a:solidFill>
              </a:defRPr>
            </a:lvl1pPr>
          </a:lstStyle>
          <a:p>
            <a:fld id="{B6F15528-21DE-4FAA-801E-634DDDAF4B2B}" type="slidenum">
              <a:rPr lang="en-US" altLang="ja-JP" smtClean="0"/>
              <a:pPr/>
              <a:t>‹#›</a:t>
            </a:fld>
            <a:endParaRPr lang="ja-JP" alt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623533" y="536277"/>
            <a:ext cx="1749976" cy="348685"/>
          </a:xfrm>
        </p:spPr>
        <p:txBody>
          <a:bodyPr lIns="0" tIns="0" rIns="0" bIns="0"/>
          <a:lstStyle>
            <a:lvl1pPr>
              <a:defRPr sz="2266" b="1" i="0">
                <a:solidFill>
                  <a:srgbClr val="2C4C76"/>
                </a:solidFill>
                <a:latin typeface="Yu Gothic Pr6N B"/>
                <a:cs typeface="Yu Gothic Pr6N B"/>
              </a:defRPr>
            </a:lvl1pPr>
          </a:lstStyle>
          <a:p>
            <a:endParaRPr/>
          </a:p>
        </p:txBody>
      </p:sp>
      <p:sp>
        <p:nvSpPr>
          <p:cNvPr id="3" name="Holder 3"/>
          <p:cNvSpPr>
            <a:spLocks noGrp="1"/>
          </p:cNvSpPr>
          <p:nvPr>
            <p:ph sz="half" idx="2"/>
          </p:nvPr>
        </p:nvSpPr>
        <p:spPr>
          <a:xfrm>
            <a:off x="495300" y="1577340"/>
            <a:ext cx="4309110" cy="50783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01590" y="1577340"/>
            <a:ext cx="4309110" cy="50783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6FE2315E-F1F6-7C47-95BC-C8C06F7B4D4D}" type="datetime1">
              <a:rPr lang="ja-JP" altLang="en-US" smtClean="0"/>
              <a:t>2026/2/4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623533" y="536277"/>
            <a:ext cx="1749976" cy="348685"/>
          </a:xfrm>
        </p:spPr>
        <p:txBody>
          <a:bodyPr lIns="0" tIns="0" rIns="0" bIns="0"/>
          <a:lstStyle>
            <a:lvl1pPr>
              <a:defRPr sz="2266" b="1" i="0">
                <a:solidFill>
                  <a:srgbClr val="2C4C76"/>
                </a:solidFill>
                <a:latin typeface="Yu Gothic Pr6N B"/>
                <a:cs typeface="Yu Gothic Pr6N B"/>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7E917895-A423-2644-844B-56D668AA9A36}" type="datetime1">
              <a:rPr lang="ja-JP" altLang="en-US" smtClean="0"/>
              <a:t>2026/2/4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C537F2A6-1AE6-8B4A-B1DD-1A332724FD49}" type="datetime1">
              <a:rPr lang="ja-JP" altLang="en-US" smtClean="0"/>
              <a:t>2026/2/4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906000"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2C4C76"/>
          </a:solidFill>
        </p:spPr>
        <p:txBody>
          <a:bodyPr wrap="square" lIns="0" tIns="0" rIns="0" bIns="0" rtlCol="0"/>
          <a:lstStyle/>
          <a:p>
            <a:endParaRPr/>
          </a:p>
        </p:txBody>
      </p:sp>
      <p:sp>
        <p:nvSpPr>
          <p:cNvPr id="17" name="bg object 17"/>
          <p:cNvSpPr/>
          <p:nvPr/>
        </p:nvSpPr>
        <p:spPr>
          <a:xfrm>
            <a:off x="103187" y="126991"/>
            <a:ext cx="9699808" cy="6603857"/>
          </a:xfrm>
          <a:custGeom>
            <a:avLst/>
            <a:gdLst/>
            <a:ahLst/>
            <a:cxnLst/>
            <a:rect l="l" t="t" r="r" b="b"/>
            <a:pathLst>
              <a:path w="19685635" h="10890250">
                <a:moveTo>
                  <a:pt x="19475846" y="0"/>
                </a:moveTo>
                <a:lnTo>
                  <a:pt x="209417" y="0"/>
                </a:lnTo>
                <a:lnTo>
                  <a:pt x="161399" y="5530"/>
                </a:lnTo>
                <a:lnTo>
                  <a:pt x="117319" y="21284"/>
                </a:lnTo>
                <a:lnTo>
                  <a:pt x="78436" y="46005"/>
                </a:lnTo>
                <a:lnTo>
                  <a:pt x="46005" y="78436"/>
                </a:lnTo>
                <a:lnTo>
                  <a:pt x="21284" y="117319"/>
                </a:lnTo>
                <a:lnTo>
                  <a:pt x="5530" y="161399"/>
                </a:lnTo>
                <a:lnTo>
                  <a:pt x="0" y="209417"/>
                </a:lnTo>
                <a:lnTo>
                  <a:pt x="0" y="10680303"/>
                </a:lnTo>
                <a:lnTo>
                  <a:pt x="5530" y="10728321"/>
                </a:lnTo>
                <a:lnTo>
                  <a:pt x="21284" y="10772401"/>
                </a:lnTo>
                <a:lnTo>
                  <a:pt x="46005" y="10811284"/>
                </a:lnTo>
                <a:lnTo>
                  <a:pt x="78436" y="10843715"/>
                </a:lnTo>
                <a:lnTo>
                  <a:pt x="117319" y="10868435"/>
                </a:lnTo>
                <a:lnTo>
                  <a:pt x="161399" y="10884190"/>
                </a:lnTo>
                <a:lnTo>
                  <a:pt x="209417" y="10889720"/>
                </a:lnTo>
                <a:lnTo>
                  <a:pt x="19475846" y="10889720"/>
                </a:lnTo>
                <a:lnTo>
                  <a:pt x="19523865" y="10884190"/>
                </a:lnTo>
                <a:lnTo>
                  <a:pt x="19567944" y="10868435"/>
                </a:lnTo>
                <a:lnTo>
                  <a:pt x="19606828" y="10843715"/>
                </a:lnTo>
                <a:lnTo>
                  <a:pt x="19639258" y="10811284"/>
                </a:lnTo>
                <a:lnTo>
                  <a:pt x="19663979" y="10772401"/>
                </a:lnTo>
                <a:lnTo>
                  <a:pt x="19679733" y="10728321"/>
                </a:lnTo>
                <a:lnTo>
                  <a:pt x="19685264" y="10680303"/>
                </a:lnTo>
                <a:lnTo>
                  <a:pt x="19685264" y="209417"/>
                </a:lnTo>
                <a:lnTo>
                  <a:pt x="19679733" y="161399"/>
                </a:lnTo>
                <a:lnTo>
                  <a:pt x="19663979" y="117319"/>
                </a:lnTo>
                <a:lnTo>
                  <a:pt x="19639258" y="78436"/>
                </a:lnTo>
                <a:lnTo>
                  <a:pt x="19606828" y="46005"/>
                </a:lnTo>
                <a:lnTo>
                  <a:pt x="19567944" y="21284"/>
                </a:lnTo>
                <a:lnTo>
                  <a:pt x="19523865" y="5530"/>
                </a:lnTo>
                <a:lnTo>
                  <a:pt x="19475846" y="0"/>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a:xfrm>
            <a:off x="623533" y="536277"/>
            <a:ext cx="1749976" cy="707886"/>
          </a:xfrm>
          <a:prstGeom prst="rect">
            <a:avLst/>
          </a:prstGeom>
        </p:spPr>
        <p:txBody>
          <a:bodyPr wrap="square" lIns="0" tIns="0" rIns="0" bIns="0">
            <a:spAutoFit/>
          </a:bodyPr>
          <a:lstStyle>
            <a:lvl1pPr>
              <a:defRPr sz="4600" b="1" i="0">
                <a:solidFill>
                  <a:srgbClr val="2C4C76"/>
                </a:solidFill>
                <a:latin typeface="Yu Gothic Pr6N B"/>
                <a:cs typeface="Yu Gothic Pr6N B"/>
              </a:defRPr>
            </a:lvl1pPr>
          </a:lstStyle>
          <a:p>
            <a:endParaRPr/>
          </a:p>
        </p:txBody>
      </p:sp>
      <p:sp>
        <p:nvSpPr>
          <p:cNvPr id="3" name="Holder 3"/>
          <p:cNvSpPr>
            <a:spLocks noGrp="1"/>
          </p:cNvSpPr>
          <p:nvPr>
            <p:ph type="body" idx="1"/>
          </p:nvPr>
        </p:nvSpPr>
        <p:spPr>
          <a:xfrm>
            <a:off x="859235" y="1628412"/>
            <a:ext cx="4704255" cy="507831"/>
          </a:xfrm>
          <a:prstGeom prst="rect">
            <a:avLst/>
          </a:prstGeom>
        </p:spPr>
        <p:txBody>
          <a:bodyPr wrap="square" lIns="0" tIns="0" rIns="0" bIns="0">
            <a:spAutoFit/>
          </a:bodyPr>
          <a:lstStyle>
            <a:lvl1pPr>
              <a:defRPr sz="3300" b="1" i="0">
                <a:solidFill>
                  <a:srgbClr val="2C4C76"/>
                </a:solidFill>
                <a:latin typeface="Yu Gothic Pr6N B"/>
                <a:cs typeface="Yu Gothic Pr6N B"/>
              </a:defRPr>
            </a:lvl1pPr>
          </a:lstStyle>
          <a:p>
            <a:endParaRPr/>
          </a:p>
        </p:txBody>
      </p:sp>
      <p:sp>
        <p:nvSpPr>
          <p:cNvPr id="4" name="Holder 4"/>
          <p:cNvSpPr>
            <a:spLocks noGrp="1"/>
          </p:cNvSpPr>
          <p:nvPr>
            <p:ph type="ftr" sz="quarter" idx="5"/>
          </p:nvPr>
        </p:nvSpPr>
        <p:spPr>
          <a:xfrm>
            <a:off x="3368040" y="6377940"/>
            <a:ext cx="316992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95300" y="6377940"/>
            <a:ext cx="2278380" cy="276999"/>
          </a:xfrm>
          <a:prstGeom prst="rect">
            <a:avLst/>
          </a:prstGeom>
        </p:spPr>
        <p:txBody>
          <a:bodyPr wrap="square" lIns="0" tIns="0" rIns="0" bIns="0">
            <a:spAutoFit/>
          </a:bodyPr>
          <a:lstStyle>
            <a:lvl1pPr algn="l">
              <a:defRPr>
                <a:solidFill>
                  <a:schemeClr val="tx1">
                    <a:tint val="75000"/>
                  </a:schemeClr>
                </a:solidFill>
              </a:defRPr>
            </a:lvl1pPr>
          </a:lstStyle>
          <a:p>
            <a:fld id="{83F80F37-DBBA-4640-8C29-D9CD22968717}" type="datetime1">
              <a:rPr lang="ja-JP" altLang="en-US" smtClean="0"/>
              <a:t>2026/2/4</a:t>
            </a:fld>
            <a:endParaRPr lang="en-US"/>
          </a:p>
        </p:txBody>
      </p:sp>
      <p:sp>
        <p:nvSpPr>
          <p:cNvPr id="6" name="Holder 6"/>
          <p:cNvSpPr>
            <a:spLocks noGrp="1"/>
          </p:cNvSpPr>
          <p:nvPr>
            <p:ph type="sldNum" sz="quarter" idx="7"/>
          </p:nvPr>
        </p:nvSpPr>
        <p:spPr>
          <a:xfrm>
            <a:off x="7132321" y="6377940"/>
            <a:ext cx="227838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225262">
        <a:defRPr>
          <a:latin typeface="+mn-lt"/>
          <a:ea typeface="+mn-ea"/>
          <a:cs typeface="+mn-cs"/>
        </a:defRPr>
      </a:lvl2pPr>
      <a:lvl3pPr marL="450525">
        <a:defRPr>
          <a:latin typeface="+mn-lt"/>
          <a:ea typeface="+mn-ea"/>
          <a:cs typeface="+mn-cs"/>
        </a:defRPr>
      </a:lvl3pPr>
      <a:lvl4pPr marL="675787">
        <a:defRPr>
          <a:latin typeface="+mn-lt"/>
          <a:ea typeface="+mn-ea"/>
          <a:cs typeface="+mn-cs"/>
        </a:defRPr>
      </a:lvl4pPr>
      <a:lvl5pPr marL="901050">
        <a:defRPr>
          <a:latin typeface="+mn-lt"/>
          <a:ea typeface="+mn-ea"/>
          <a:cs typeface="+mn-cs"/>
        </a:defRPr>
      </a:lvl5pPr>
      <a:lvl6pPr marL="1126312">
        <a:defRPr>
          <a:latin typeface="+mn-lt"/>
          <a:ea typeface="+mn-ea"/>
          <a:cs typeface="+mn-cs"/>
        </a:defRPr>
      </a:lvl6pPr>
      <a:lvl7pPr marL="1351575">
        <a:defRPr>
          <a:latin typeface="+mn-lt"/>
          <a:ea typeface="+mn-ea"/>
          <a:cs typeface="+mn-cs"/>
        </a:defRPr>
      </a:lvl7pPr>
      <a:lvl8pPr marL="1576837">
        <a:defRPr>
          <a:latin typeface="+mn-lt"/>
          <a:ea typeface="+mn-ea"/>
          <a:cs typeface="+mn-cs"/>
        </a:defRPr>
      </a:lvl8pPr>
      <a:lvl9pPr marL="1802100">
        <a:defRPr>
          <a:latin typeface="+mn-lt"/>
          <a:ea typeface="+mn-ea"/>
          <a:cs typeface="+mn-cs"/>
        </a:defRPr>
      </a:lvl9pPr>
    </p:bodyStyle>
    <p:otherStyle>
      <a:lvl1pPr marL="0">
        <a:defRPr>
          <a:latin typeface="+mn-lt"/>
          <a:ea typeface="+mn-ea"/>
          <a:cs typeface="+mn-cs"/>
        </a:defRPr>
      </a:lvl1pPr>
      <a:lvl2pPr marL="225262">
        <a:defRPr>
          <a:latin typeface="+mn-lt"/>
          <a:ea typeface="+mn-ea"/>
          <a:cs typeface="+mn-cs"/>
        </a:defRPr>
      </a:lvl2pPr>
      <a:lvl3pPr marL="450525">
        <a:defRPr>
          <a:latin typeface="+mn-lt"/>
          <a:ea typeface="+mn-ea"/>
          <a:cs typeface="+mn-cs"/>
        </a:defRPr>
      </a:lvl3pPr>
      <a:lvl4pPr marL="675787">
        <a:defRPr>
          <a:latin typeface="+mn-lt"/>
          <a:ea typeface="+mn-ea"/>
          <a:cs typeface="+mn-cs"/>
        </a:defRPr>
      </a:lvl4pPr>
      <a:lvl5pPr marL="901050">
        <a:defRPr>
          <a:latin typeface="+mn-lt"/>
          <a:ea typeface="+mn-ea"/>
          <a:cs typeface="+mn-cs"/>
        </a:defRPr>
      </a:lvl5pPr>
      <a:lvl6pPr marL="1126312">
        <a:defRPr>
          <a:latin typeface="+mn-lt"/>
          <a:ea typeface="+mn-ea"/>
          <a:cs typeface="+mn-cs"/>
        </a:defRPr>
      </a:lvl6pPr>
      <a:lvl7pPr marL="1351575">
        <a:defRPr>
          <a:latin typeface="+mn-lt"/>
          <a:ea typeface="+mn-ea"/>
          <a:cs typeface="+mn-cs"/>
        </a:defRPr>
      </a:lvl7pPr>
      <a:lvl8pPr marL="1576837">
        <a:defRPr>
          <a:latin typeface="+mn-lt"/>
          <a:ea typeface="+mn-ea"/>
          <a:cs typeface="+mn-cs"/>
        </a:defRPr>
      </a:lvl8pPr>
      <a:lvl9pPr marL="18021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pic>
        <p:nvPicPr>
          <p:cNvPr id="12" name="図 11" descr="アイコン が含まれている画像&#10;&#10;AI 生成コンテンツは誤りを含む可能性があります。">
            <a:extLst>
              <a:ext uri="{FF2B5EF4-FFF2-40B4-BE49-F238E27FC236}">
                <a16:creationId xmlns:a16="http://schemas.microsoft.com/office/drawing/2014/main" id="{C6E728B3-063D-0F1A-7A42-60A9137AAC6F}"/>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642742"/>
            <a:ext cx="9906698" cy="5572516"/>
          </a:xfrm>
          <a:prstGeom prst="rect">
            <a:avLst/>
          </a:prstGeom>
        </p:spPr>
      </p:pic>
      <p:sp>
        <p:nvSpPr>
          <p:cNvPr id="5" name="object 5"/>
          <p:cNvSpPr txBox="1"/>
          <p:nvPr/>
        </p:nvSpPr>
        <p:spPr>
          <a:xfrm>
            <a:off x="6829370" y="5640148"/>
            <a:ext cx="2568489" cy="155759"/>
          </a:xfrm>
          <a:prstGeom prst="rect">
            <a:avLst/>
          </a:prstGeom>
        </p:spPr>
        <p:txBody>
          <a:bodyPr vert="horz" wrap="square" lIns="0" tIns="7822" rIns="0" bIns="0" rtlCol="0">
            <a:spAutoFit/>
          </a:bodyPr>
          <a:lstStyle/>
          <a:p>
            <a:pPr marL="6257" algn="r">
              <a:spcBef>
                <a:spcPts val="62"/>
              </a:spcBef>
            </a:pPr>
            <a:r>
              <a:rPr sz="961" dirty="0">
                <a:solidFill>
                  <a:srgbClr val="FFFFFF"/>
                </a:solidFill>
                <a:latin typeface="Yu Gothic Pr6N M"/>
                <a:cs typeface="Yu Gothic Pr6N M"/>
              </a:rPr>
              <a:t>Copyright</a:t>
            </a:r>
            <a:r>
              <a:rPr sz="961" spc="27" dirty="0">
                <a:solidFill>
                  <a:srgbClr val="FFFFFF"/>
                </a:solidFill>
                <a:latin typeface="Yu Gothic Pr6N M"/>
                <a:cs typeface="Yu Gothic Pr6N M"/>
              </a:rPr>
              <a:t> </a:t>
            </a:r>
            <a:r>
              <a:rPr sz="961" dirty="0">
                <a:solidFill>
                  <a:srgbClr val="FFFFFF"/>
                </a:solidFill>
                <a:latin typeface="Yu Gothic Pr6N M"/>
                <a:cs typeface="Yu Gothic Pr6N M"/>
              </a:rPr>
              <a:t>©</a:t>
            </a:r>
            <a:r>
              <a:rPr sz="961" spc="27" dirty="0">
                <a:solidFill>
                  <a:srgbClr val="FFFFFF"/>
                </a:solidFill>
                <a:latin typeface="Yu Gothic Pr6N M"/>
                <a:cs typeface="Yu Gothic Pr6N M"/>
              </a:rPr>
              <a:t> </a:t>
            </a:r>
            <a:r>
              <a:rPr sz="961" dirty="0">
                <a:solidFill>
                  <a:srgbClr val="FFFFFF"/>
                </a:solidFill>
                <a:latin typeface="Yu Gothic Pr6N M"/>
                <a:cs typeface="Yu Gothic Pr6N M"/>
              </a:rPr>
              <a:t>ＷＣＡ</a:t>
            </a:r>
            <a:r>
              <a:rPr sz="961" spc="27" dirty="0">
                <a:solidFill>
                  <a:srgbClr val="FFFFFF"/>
                </a:solidFill>
                <a:latin typeface="Yu Gothic Pr6N M"/>
                <a:cs typeface="Yu Gothic Pr6N M"/>
              </a:rPr>
              <a:t> </a:t>
            </a:r>
            <a:r>
              <a:rPr sz="961" dirty="0">
                <a:solidFill>
                  <a:srgbClr val="FFFFFF"/>
                </a:solidFill>
                <a:latin typeface="Yu Gothic Pr6N M"/>
                <a:cs typeface="Yu Gothic Pr6N M"/>
              </a:rPr>
              <a:t>INC.</a:t>
            </a:r>
            <a:r>
              <a:rPr sz="961" spc="27" dirty="0">
                <a:solidFill>
                  <a:srgbClr val="FFFFFF"/>
                </a:solidFill>
                <a:latin typeface="Yu Gothic Pr6N M"/>
                <a:cs typeface="Yu Gothic Pr6N M"/>
              </a:rPr>
              <a:t> </a:t>
            </a:r>
            <a:r>
              <a:rPr sz="961" dirty="0">
                <a:solidFill>
                  <a:srgbClr val="FFFFFF"/>
                </a:solidFill>
                <a:latin typeface="Yu Gothic Pr6N M"/>
                <a:cs typeface="Yu Gothic Pr6N M"/>
              </a:rPr>
              <a:t>All</a:t>
            </a:r>
            <a:r>
              <a:rPr sz="961" spc="27" dirty="0">
                <a:solidFill>
                  <a:srgbClr val="FFFFFF"/>
                </a:solidFill>
                <a:latin typeface="Yu Gothic Pr6N M"/>
                <a:cs typeface="Yu Gothic Pr6N M"/>
              </a:rPr>
              <a:t> </a:t>
            </a:r>
            <a:r>
              <a:rPr sz="961" dirty="0">
                <a:solidFill>
                  <a:srgbClr val="FFFFFF"/>
                </a:solidFill>
                <a:latin typeface="Yu Gothic Pr6N M"/>
                <a:cs typeface="Yu Gothic Pr6N M"/>
              </a:rPr>
              <a:t>Rights</a:t>
            </a:r>
            <a:r>
              <a:rPr sz="961" spc="27" dirty="0">
                <a:solidFill>
                  <a:srgbClr val="FFFFFF"/>
                </a:solidFill>
                <a:latin typeface="Yu Gothic Pr6N M"/>
                <a:cs typeface="Yu Gothic Pr6N M"/>
              </a:rPr>
              <a:t> </a:t>
            </a:r>
            <a:r>
              <a:rPr sz="961" spc="-5" dirty="0">
                <a:solidFill>
                  <a:srgbClr val="FFFFFF"/>
                </a:solidFill>
                <a:latin typeface="Yu Gothic Pr6N M"/>
                <a:cs typeface="Yu Gothic Pr6N M"/>
              </a:rPr>
              <a:t>Reserved.</a:t>
            </a:r>
            <a:endParaRPr sz="961" dirty="0">
              <a:latin typeface="Yu Gothic Pr6N M"/>
              <a:cs typeface="Yu Gothic Pr6N M"/>
            </a:endParaRPr>
          </a:p>
        </p:txBody>
      </p:sp>
      <p:pic>
        <p:nvPicPr>
          <p:cNvPr id="13" name="図 12">
            <a:extLst>
              <a:ext uri="{FF2B5EF4-FFF2-40B4-BE49-F238E27FC236}">
                <a16:creationId xmlns:a16="http://schemas.microsoft.com/office/drawing/2014/main" id="{426FDE87-05A5-7D44-2EE0-6F93454C324A}"/>
              </a:ext>
            </a:extLst>
          </p:cNvPr>
          <p:cNvPicPr>
            <a:picLocks noChangeAspect="1"/>
          </p:cNvPicPr>
          <p:nvPr/>
        </p:nvPicPr>
        <p:blipFill>
          <a:blip r:embed="rId3"/>
          <a:stretch>
            <a:fillRect/>
          </a:stretch>
        </p:blipFill>
        <p:spPr>
          <a:xfrm>
            <a:off x="7382866" y="5118589"/>
            <a:ext cx="2014992" cy="413011"/>
          </a:xfrm>
          <a:prstGeom prst="rect">
            <a:avLst/>
          </a:prstGeom>
        </p:spPr>
      </p:pic>
      <p:sp>
        <p:nvSpPr>
          <p:cNvPr id="4" name="object 3">
            <a:extLst>
              <a:ext uri="{FF2B5EF4-FFF2-40B4-BE49-F238E27FC236}">
                <a16:creationId xmlns:a16="http://schemas.microsoft.com/office/drawing/2014/main" id="{ECA80702-E8F7-51C0-9156-4254C4109CCF}"/>
              </a:ext>
            </a:extLst>
          </p:cNvPr>
          <p:cNvSpPr txBox="1"/>
          <p:nvPr/>
        </p:nvSpPr>
        <p:spPr>
          <a:xfrm>
            <a:off x="753712" y="3138128"/>
            <a:ext cx="2077085" cy="319959"/>
          </a:xfrm>
          <a:prstGeom prst="rect">
            <a:avLst/>
          </a:prstGeom>
        </p:spPr>
        <p:txBody>
          <a:bodyPr vert="horz" wrap="square" lIns="0" tIns="12065" rIns="0" bIns="0" rtlCol="0">
            <a:spAutoFit/>
          </a:bodyPr>
          <a:lstStyle/>
          <a:p>
            <a:pPr marL="12700">
              <a:lnSpc>
                <a:spcPct val="100000"/>
              </a:lnSpc>
              <a:spcBef>
                <a:spcPts val="95"/>
              </a:spcBef>
            </a:pPr>
            <a:r>
              <a:rPr sz="2000" spc="110" dirty="0">
                <a:solidFill>
                  <a:srgbClr val="2C4C76"/>
                </a:solidFill>
                <a:latin typeface="Yu Gothic Pr6N M"/>
                <a:cs typeface="Yu Gothic Pr6N M"/>
              </a:rPr>
              <a:t>202</a:t>
            </a:r>
            <a:r>
              <a:rPr lang="en-US" altLang="ja-JP" sz="2000" spc="110" dirty="0">
                <a:solidFill>
                  <a:srgbClr val="2C4C76"/>
                </a:solidFill>
                <a:latin typeface="Yu Gothic Pr6N M"/>
                <a:cs typeface="Yu Gothic Pr6N M"/>
              </a:rPr>
              <a:t>6</a:t>
            </a:r>
            <a:r>
              <a:rPr sz="2000" dirty="0">
                <a:solidFill>
                  <a:srgbClr val="2C4C76"/>
                </a:solidFill>
                <a:latin typeface="Yu Gothic Pr6N M"/>
                <a:cs typeface="Yu Gothic Pr6N M"/>
              </a:rPr>
              <a:t>年</a:t>
            </a:r>
            <a:r>
              <a:rPr lang="en-US" altLang="ja-JP" sz="2000" spc="-120" dirty="0">
                <a:solidFill>
                  <a:srgbClr val="2C4C76"/>
                </a:solidFill>
                <a:latin typeface="Yu Gothic Pr6N M"/>
                <a:cs typeface="Yu Gothic Pr6N M"/>
              </a:rPr>
              <a:t>2</a:t>
            </a:r>
            <a:r>
              <a:rPr sz="2000" spc="-50" dirty="0">
                <a:solidFill>
                  <a:srgbClr val="2C4C76"/>
                </a:solidFill>
                <a:latin typeface="Yu Gothic Pr6N M"/>
                <a:cs typeface="Yu Gothic Pr6N M"/>
              </a:rPr>
              <a:t>月</a:t>
            </a:r>
            <a:endParaRPr sz="2000" dirty="0">
              <a:latin typeface="Yu Gothic Pr6N M"/>
              <a:cs typeface="Yu Gothic Pr6N M"/>
            </a:endParaRPr>
          </a:p>
        </p:txBody>
      </p:sp>
      <p:sp>
        <p:nvSpPr>
          <p:cNvPr id="6" name="object 4">
            <a:extLst>
              <a:ext uri="{FF2B5EF4-FFF2-40B4-BE49-F238E27FC236}">
                <a16:creationId xmlns:a16="http://schemas.microsoft.com/office/drawing/2014/main" id="{9C2113FD-9437-DF41-CD3D-1D8111297B8D}"/>
              </a:ext>
            </a:extLst>
          </p:cNvPr>
          <p:cNvSpPr txBox="1"/>
          <p:nvPr/>
        </p:nvSpPr>
        <p:spPr>
          <a:xfrm>
            <a:off x="710253" y="886946"/>
            <a:ext cx="4928547" cy="322523"/>
          </a:xfrm>
          <a:prstGeom prst="rect">
            <a:avLst/>
          </a:prstGeom>
        </p:spPr>
        <p:txBody>
          <a:bodyPr vert="horz" wrap="square" lIns="0" tIns="14604" rIns="0" bIns="0" rtlCol="0">
            <a:spAutoFit/>
          </a:bodyPr>
          <a:lstStyle/>
          <a:p>
            <a:pPr marL="12700">
              <a:lnSpc>
                <a:spcPct val="100000"/>
              </a:lnSpc>
              <a:spcBef>
                <a:spcPts val="114"/>
              </a:spcBef>
            </a:pPr>
            <a:r>
              <a:rPr lang="ja-JP" altLang="en-US" sz="2000" spc="-10" dirty="0">
                <a:solidFill>
                  <a:srgbClr val="2C4C76"/>
                </a:solidFill>
                <a:latin typeface="Yu Gothic Pr6N R"/>
                <a:cs typeface="Yu Gothic Pr6N R"/>
              </a:rPr>
              <a:t>ワイズ製薬株式会社　</a:t>
            </a:r>
            <a:r>
              <a:rPr sz="2000" spc="-10" dirty="0" err="1">
                <a:solidFill>
                  <a:srgbClr val="2C4C76"/>
                </a:solidFill>
                <a:latin typeface="Yu Gothic Pr6N R"/>
                <a:cs typeface="Yu Gothic Pr6N R"/>
              </a:rPr>
              <a:t>御中</a:t>
            </a:r>
            <a:endParaRPr sz="2000" dirty="0">
              <a:latin typeface="Yu Gothic Pr6N R"/>
              <a:cs typeface="Yu Gothic Pr6N R"/>
            </a:endParaRPr>
          </a:p>
        </p:txBody>
      </p:sp>
      <p:sp>
        <p:nvSpPr>
          <p:cNvPr id="9" name="object 4">
            <a:extLst>
              <a:ext uri="{FF2B5EF4-FFF2-40B4-BE49-F238E27FC236}">
                <a16:creationId xmlns:a16="http://schemas.microsoft.com/office/drawing/2014/main" id="{873BFA55-68D9-E225-956E-4FF7D5000ACB}"/>
              </a:ext>
            </a:extLst>
          </p:cNvPr>
          <p:cNvSpPr txBox="1"/>
          <p:nvPr/>
        </p:nvSpPr>
        <p:spPr>
          <a:xfrm>
            <a:off x="722659" y="1600200"/>
            <a:ext cx="8954742" cy="568744"/>
          </a:xfrm>
          <a:prstGeom prst="rect">
            <a:avLst/>
          </a:prstGeom>
        </p:spPr>
        <p:txBody>
          <a:bodyPr vert="horz" wrap="square" lIns="0" tIns="14604" rIns="0" bIns="0" rtlCol="0">
            <a:spAutoFit/>
          </a:bodyPr>
          <a:lstStyle/>
          <a:p>
            <a:pPr marL="12700">
              <a:lnSpc>
                <a:spcPct val="100000"/>
              </a:lnSpc>
              <a:spcBef>
                <a:spcPts val="114"/>
              </a:spcBef>
            </a:pPr>
            <a:r>
              <a:rPr lang="en-US" altLang="ja-JP" sz="3600" b="1" spc="-10" dirty="0">
                <a:solidFill>
                  <a:srgbClr val="2C4C76"/>
                </a:solidFill>
                <a:latin typeface="Yu Gothic Pr6N R"/>
                <a:cs typeface="Yu Gothic Pr6N R"/>
              </a:rPr>
              <a:t>KADASON</a:t>
            </a:r>
            <a:r>
              <a:rPr lang="ja-JP" altLang="en-US" sz="3600" b="1" spc="-10" dirty="0">
                <a:solidFill>
                  <a:srgbClr val="2C4C76"/>
                </a:solidFill>
                <a:latin typeface="Yu Gothic Pr6N R"/>
                <a:cs typeface="Yu Gothic Pr6N R"/>
              </a:rPr>
              <a:t>の売上アップのご提案</a:t>
            </a:r>
            <a:endParaRPr lang="en-US" altLang="ja-JP" sz="3600" b="1" spc="-10" dirty="0">
              <a:solidFill>
                <a:srgbClr val="2C4C76"/>
              </a:solidFill>
              <a:latin typeface="Yu Gothic Pr6N R"/>
              <a:cs typeface="Yu Gothic Pr6N R"/>
            </a:endParaRPr>
          </a:p>
        </p:txBody>
      </p:sp>
      <p:sp>
        <p:nvSpPr>
          <p:cNvPr id="3" name="スライド番号プレースホルダー 2">
            <a:extLst>
              <a:ext uri="{FF2B5EF4-FFF2-40B4-BE49-F238E27FC236}">
                <a16:creationId xmlns:a16="http://schemas.microsoft.com/office/drawing/2014/main" id="{9FD6FA7D-AAD7-9369-58F6-35494542E417}"/>
              </a:ext>
            </a:extLst>
          </p:cNvPr>
          <p:cNvSpPr>
            <a:spLocks noGrp="1"/>
          </p:cNvSpPr>
          <p:nvPr>
            <p:ph type="sldNum" sz="quarter" idx="7"/>
          </p:nvPr>
        </p:nvSpPr>
        <p:spPr/>
        <p:txBody>
          <a:bodyPr/>
          <a:lstStyle/>
          <a:p>
            <a:fld id="{B6F15528-21DE-4FAA-801E-634DDDAF4B2B}" type="slidenum">
              <a:rPr lang="en-US" altLang="ja-JP" smtClean="0"/>
              <a:t>1</a:t>
            </a:fld>
            <a:endParaRPr lang="ja-JP"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EF073-D074-6A97-1FAF-E8D434FE7BF2}"/>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1CC8A232-F1FC-A4ED-37FF-74B3DD6290F1}"/>
              </a:ext>
            </a:extLst>
          </p:cNvPr>
          <p:cNvSpPr txBox="1">
            <a:spLocks noGrp="1"/>
          </p:cNvSpPr>
          <p:nvPr>
            <p:ph type="title"/>
          </p:nvPr>
        </p:nvSpPr>
        <p:spPr>
          <a:xfrm>
            <a:off x="623532" y="633778"/>
            <a:ext cx="3796068" cy="355951"/>
          </a:xfrm>
          <a:prstGeom prst="rect">
            <a:avLst/>
          </a:prstGeom>
        </p:spPr>
        <p:txBody>
          <a:bodyPr vert="horz" wrap="square" lIns="0" tIns="7196" rIns="0" bIns="0" rtlCol="0">
            <a:spAutoFit/>
          </a:bodyPr>
          <a:lstStyle/>
          <a:p>
            <a:pPr marL="6257">
              <a:spcBef>
                <a:spcPts val="56"/>
              </a:spcBef>
            </a:pPr>
            <a:r>
              <a:rPr lang="ja-JP" altLang="en-US" spc="94" dirty="0">
                <a:latin typeface="+mn-lt"/>
              </a:rPr>
              <a:t>アジェンダ</a:t>
            </a:r>
            <a:endParaRPr spc="94" dirty="0">
              <a:latin typeface="+mn-lt"/>
            </a:endParaRPr>
          </a:p>
        </p:txBody>
      </p:sp>
      <p:grpSp>
        <p:nvGrpSpPr>
          <p:cNvPr id="33" name="グループ化 32">
            <a:extLst>
              <a:ext uri="{FF2B5EF4-FFF2-40B4-BE49-F238E27FC236}">
                <a16:creationId xmlns:a16="http://schemas.microsoft.com/office/drawing/2014/main" id="{915CE0D5-EFB1-C3DD-7A52-2375A9E94565}"/>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39B9696B-CD27-8153-E686-698E10E291A1}"/>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4778B24F-27E5-5FDF-3AE5-1D2761E06DD2}"/>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5691561E-C04C-B389-82DE-5C758AD4FB61}"/>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F4244914-A56F-1982-A84B-3A479C3566C4}"/>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CF352319-F579-6977-70E4-D5479DC32198}"/>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A2B63652-7557-6583-7039-F5323B6A4C37}"/>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F252BE11-D70C-7F8D-B2DA-6DE825CE9AB6}"/>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4" name="スライド番号プレースホルダー 3">
            <a:extLst>
              <a:ext uri="{FF2B5EF4-FFF2-40B4-BE49-F238E27FC236}">
                <a16:creationId xmlns:a16="http://schemas.microsoft.com/office/drawing/2014/main" id="{2707887A-DCD6-9E18-E763-1CA4AE7968FE}"/>
              </a:ext>
            </a:extLst>
          </p:cNvPr>
          <p:cNvSpPr>
            <a:spLocks noGrp="1"/>
          </p:cNvSpPr>
          <p:nvPr>
            <p:ph type="sldNum" sz="quarter" idx="7"/>
          </p:nvPr>
        </p:nvSpPr>
        <p:spPr/>
        <p:txBody>
          <a:bodyPr/>
          <a:lstStyle/>
          <a:p>
            <a:fld id="{B6F15528-21DE-4FAA-801E-634DDDAF4B2B}" type="slidenum">
              <a:rPr lang="en-US" altLang="ja-JP" smtClean="0"/>
              <a:pPr/>
              <a:t>2</a:t>
            </a:fld>
            <a:endParaRPr lang="ja-JP" altLang="en-US" sz="1100" dirty="0"/>
          </a:p>
        </p:txBody>
      </p:sp>
      <p:sp>
        <p:nvSpPr>
          <p:cNvPr id="2" name="object 14">
            <a:extLst>
              <a:ext uri="{FF2B5EF4-FFF2-40B4-BE49-F238E27FC236}">
                <a16:creationId xmlns:a16="http://schemas.microsoft.com/office/drawing/2014/main" id="{085CA52C-1C90-B5F1-B50E-E0E2FD97FDB1}"/>
              </a:ext>
            </a:extLst>
          </p:cNvPr>
          <p:cNvSpPr txBox="1"/>
          <p:nvPr/>
        </p:nvSpPr>
        <p:spPr>
          <a:xfrm>
            <a:off x="838200" y="1676400"/>
            <a:ext cx="6601161" cy="2777045"/>
          </a:xfrm>
          <a:prstGeom prst="rect">
            <a:avLst/>
          </a:prstGeom>
        </p:spPr>
        <p:txBody>
          <a:bodyPr vert="horz" wrap="square" lIns="0" tIns="8448" rIns="0" bIns="0" rtlCol="0">
            <a:spAutoFit/>
          </a:bodyPr>
          <a:lstStyle/>
          <a:p>
            <a:pPr marL="6257">
              <a:lnSpc>
                <a:spcPct val="150000"/>
              </a:lnSpc>
              <a:spcBef>
                <a:spcPts val="67"/>
              </a:spcBef>
            </a:pPr>
            <a:r>
              <a:rPr lang="ja-JP" altLang="en-US" sz="2400" b="1" spc="-12" dirty="0">
                <a:solidFill>
                  <a:srgbClr val="2C4C76"/>
                </a:solidFill>
                <a:latin typeface="+mn-ea"/>
                <a:ea typeface="+mn-ea"/>
                <a:cs typeface="Yu Gothic Pr6N D"/>
              </a:rPr>
              <a:t>■　与件整理</a:t>
            </a:r>
            <a:endParaRPr lang="en-US" altLang="ja-JP" sz="2400" b="1" spc="-12" dirty="0">
              <a:solidFill>
                <a:srgbClr val="2C4C76"/>
              </a:solidFill>
              <a:latin typeface="+mn-ea"/>
              <a:ea typeface="+mn-ea"/>
              <a:cs typeface="Yu Gothic Pr6N D"/>
            </a:endParaRPr>
          </a:p>
          <a:p>
            <a:pPr marL="6257">
              <a:lnSpc>
                <a:spcPct val="150000"/>
              </a:lnSpc>
              <a:spcBef>
                <a:spcPts val="67"/>
              </a:spcBef>
            </a:pPr>
            <a:r>
              <a:rPr lang="ja-JP" altLang="en-US" sz="2400" b="1" spc="-12" dirty="0">
                <a:solidFill>
                  <a:srgbClr val="2C4C76"/>
                </a:solidFill>
                <a:latin typeface="+mn-ea"/>
                <a:ea typeface="+mn-ea"/>
                <a:cs typeface="Yu Gothic Pr6N D"/>
              </a:rPr>
              <a:t>■　現状の課題</a:t>
            </a:r>
            <a:endParaRPr lang="en-US" altLang="ja-JP" sz="2400" b="1" spc="-12" dirty="0">
              <a:solidFill>
                <a:srgbClr val="2C4C76"/>
              </a:solidFill>
              <a:latin typeface="+mn-ea"/>
              <a:ea typeface="+mn-ea"/>
              <a:cs typeface="Yu Gothic Pr6N D"/>
            </a:endParaRPr>
          </a:p>
          <a:p>
            <a:pPr marL="6257">
              <a:lnSpc>
                <a:spcPct val="150000"/>
              </a:lnSpc>
              <a:spcBef>
                <a:spcPts val="67"/>
              </a:spcBef>
            </a:pPr>
            <a:r>
              <a:rPr lang="ja-JP" altLang="en-US" sz="2400" b="1" spc="-12" dirty="0">
                <a:solidFill>
                  <a:srgbClr val="2C4C76"/>
                </a:solidFill>
                <a:latin typeface="+mn-ea"/>
                <a:ea typeface="+mn-ea"/>
                <a:cs typeface="Yu Gothic Pr6N D"/>
              </a:rPr>
              <a:t>■　</a:t>
            </a:r>
            <a:r>
              <a:rPr lang="en-US" altLang="ja-JP" sz="2400" b="1" spc="-12" dirty="0">
                <a:solidFill>
                  <a:srgbClr val="2C4C76"/>
                </a:solidFill>
                <a:latin typeface="+mn-ea"/>
                <a:ea typeface="+mn-ea"/>
                <a:cs typeface="Yu Gothic Pr6N D"/>
              </a:rPr>
              <a:t>LP</a:t>
            </a:r>
            <a:r>
              <a:rPr lang="ja-JP" altLang="en-US" sz="2400" b="1" spc="-12" dirty="0">
                <a:solidFill>
                  <a:srgbClr val="2C4C76"/>
                </a:solidFill>
                <a:latin typeface="+mn-ea"/>
                <a:ea typeface="+mn-ea"/>
                <a:cs typeface="Yu Gothic Pr6N D"/>
              </a:rPr>
              <a:t>の戦略的リニューアル</a:t>
            </a:r>
            <a:endParaRPr lang="en-US" altLang="ja-JP" sz="2400" b="1" spc="-12" dirty="0">
              <a:solidFill>
                <a:srgbClr val="2C4C76"/>
              </a:solidFill>
              <a:latin typeface="+mn-ea"/>
              <a:ea typeface="+mn-ea"/>
              <a:cs typeface="Yu Gothic Pr6N D"/>
            </a:endParaRPr>
          </a:p>
          <a:p>
            <a:pPr marL="6257">
              <a:lnSpc>
                <a:spcPct val="150000"/>
              </a:lnSpc>
              <a:spcBef>
                <a:spcPts val="67"/>
              </a:spcBef>
            </a:pPr>
            <a:r>
              <a:rPr lang="ja-JP" altLang="en-US" sz="2400" b="1" spc="-12" dirty="0">
                <a:solidFill>
                  <a:srgbClr val="2C4C76"/>
                </a:solidFill>
                <a:latin typeface="+mn-ea"/>
                <a:ea typeface="+mn-ea"/>
                <a:cs typeface="Yu Gothic Pr6N D"/>
              </a:rPr>
              <a:t>■　それぞれの</a:t>
            </a:r>
            <a:r>
              <a:rPr lang="en-US" altLang="ja-JP" sz="2400" b="1" spc="-12" dirty="0">
                <a:solidFill>
                  <a:srgbClr val="2C4C76"/>
                </a:solidFill>
                <a:latin typeface="+mn-ea"/>
                <a:ea typeface="+mn-ea"/>
                <a:cs typeface="Yu Gothic Pr6N D"/>
              </a:rPr>
              <a:t>LP</a:t>
            </a:r>
            <a:r>
              <a:rPr lang="ja-JP" altLang="en-US" sz="2400" b="1" spc="-12" dirty="0">
                <a:solidFill>
                  <a:srgbClr val="2C4C76"/>
                </a:solidFill>
                <a:latin typeface="+mn-ea"/>
                <a:ea typeface="+mn-ea"/>
                <a:cs typeface="Yu Gothic Pr6N D"/>
              </a:rPr>
              <a:t>構成案と広告戦略</a:t>
            </a:r>
            <a:endParaRPr lang="en-US" altLang="ja-JP" sz="2400" b="1" spc="-12" dirty="0">
              <a:solidFill>
                <a:srgbClr val="2C4C76"/>
              </a:solidFill>
              <a:latin typeface="+mn-ea"/>
              <a:ea typeface="+mn-ea"/>
              <a:cs typeface="Yu Gothic Pr6N D"/>
            </a:endParaRPr>
          </a:p>
          <a:p>
            <a:pPr marL="6257">
              <a:lnSpc>
                <a:spcPct val="150000"/>
              </a:lnSpc>
              <a:spcBef>
                <a:spcPts val="67"/>
              </a:spcBef>
            </a:pPr>
            <a:r>
              <a:rPr lang="ja-JP" altLang="en-US" sz="2400" b="1" spc="-12" dirty="0">
                <a:solidFill>
                  <a:srgbClr val="2C4C76"/>
                </a:solidFill>
                <a:latin typeface="+mn-ea"/>
                <a:ea typeface="+mn-ea"/>
                <a:cs typeface="Yu Gothic Pr6N D"/>
              </a:rPr>
              <a:t>■　お見積り</a:t>
            </a:r>
          </a:p>
        </p:txBody>
      </p:sp>
    </p:spTree>
    <p:extLst>
      <p:ext uri="{BB962C8B-B14F-4D97-AF65-F5344CB8AC3E}">
        <p14:creationId xmlns:p14="http://schemas.microsoft.com/office/powerpoint/2010/main" val="1142878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2D96D-4483-49B3-F99D-9FF70F56ABDF}"/>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57B56CAD-A551-4FA3-9F99-A4708D1315C1}"/>
              </a:ext>
            </a:extLst>
          </p:cNvPr>
          <p:cNvSpPr>
            <a:spLocks noGrp="1"/>
          </p:cNvSpPr>
          <p:nvPr>
            <p:ph type="body" idx="1"/>
          </p:nvPr>
        </p:nvSpPr>
        <p:spPr>
          <a:xfrm>
            <a:off x="2933701" y="3090446"/>
            <a:ext cx="4038599" cy="677108"/>
          </a:xfrm>
        </p:spPr>
        <p:txBody>
          <a:bodyPr/>
          <a:lstStyle/>
          <a:p>
            <a:pPr algn="ctr"/>
            <a:r>
              <a:rPr kumimoji="1" lang="ja-JP" altLang="en-US" sz="4400" dirty="0"/>
              <a:t>与件整理</a:t>
            </a:r>
          </a:p>
        </p:txBody>
      </p:sp>
      <p:sp>
        <p:nvSpPr>
          <p:cNvPr id="4" name="スライド番号プレースホルダー 3">
            <a:extLst>
              <a:ext uri="{FF2B5EF4-FFF2-40B4-BE49-F238E27FC236}">
                <a16:creationId xmlns:a16="http://schemas.microsoft.com/office/drawing/2014/main" id="{867DA92F-8944-6BFA-124D-0FD67385E310}"/>
              </a:ext>
            </a:extLst>
          </p:cNvPr>
          <p:cNvSpPr>
            <a:spLocks noGrp="1"/>
          </p:cNvSpPr>
          <p:nvPr>
            <p:ph type="sldNum" sz="quarter" idx="7"/>
          </p:nvPr>
        </p:nvSpPr>
        <p:spPr/>
        <p:txBody>
          <a:bodyPr/>
          <a:lstStyle/>
          <a:p>
            <a:fld id="{B6F15528-21DE-4FAA-801E-634DDDAF4B2B}" type="slidenum">
              <a:rPr lang="en-US" altLang="ja-JP" smtClean="0"/>
              <a:pPr/>
              <a:t>3</a:t>
            </a:fld>
            <a:endParaRPr lang="ja-JP" altLang="en-US" sz="1100" dirty="0"/>
          </a:p>
        </p:txBody>
      </p:sp>
    </p:spTree>
    <p:extLst>
      <p:ext uri="{BB962C8B-B14F-4D97-AF65-F5344CB8AC3E}">
        <p14:creationId xmlns:p14="http://schemas.microsoft.com/office/powerpoint/2010/main" val="971990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F5092-AD3A-F76C-EAE6-B20F75A90776}"/>
            </a:ext>
          </a:extLst>
        </p:cNvPr>
        <p:cNvGrpSpPr/>
        <p:nvPr/>
      </p:nvGrpSpPr>
      <p:grpSpPr>
        <a:xfrm>
          <a:off x="0" y="0"/>
          <a:ext cx="0" cy="0"/>
          <a:chOff x="0" y="0"/>
          <a:chExt cx="0" cy="0"/>
        </a:xfrm>
      </p:grpSpPr>
      <p:sp>
        <p:nvSpPr>
          <p:cNvPr id="39" name="角丸四角形 38">
            <a:extLst>
              <a:ext uri="{FF2B5EF4-FFF2-40B4-BE49-F238E27FC236}">
                <a16:creationId xmlns:a16="http://schemas.microsoft.com/office/drawing/2014/main" id="{07E3ACEE-9E27-E5FA-8F40-7C3B835AD784}"/>
              </a:ext>
            </a:extLst>
          </p:cNvPr>
          <p:cNvSpPr/>
          <p:nvPr/>
        </p:nvSpPr>
        <p:spPr>
          <a:xfrm>
            <a:off x="888382" y="2786323"/>
            <a:ext cx="7921279" cy="997944"/>
          </a:xfrm>
          <a:prstGeom prst="roundRect">
            <a:avLst>
              <a:gd name="adj" fmla="val 8172"/>
            </a:avLst>
          </a:prstGeom>
          <a:noFill/>
          <a:ln w="19050">
            <a:solidFill>
              <a:srgbClr val="2B4C7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片側の 2 つの角を丸めた四角形 39">
            <a:extLst>
              <a:ext uri="{FF2B5EF4-FFF2-40B4-BE49-F238E27FC236}">
                <a16:creationId xmlns:a16="http://schemas.microsoft.com/office/drawing/2014/main" id="{EC276D31-F17E-43E4-7391-BED9D11D3645}"/>
              </a:ext>
            </a:extLst>
          </p:cNvPr>
          <p:cNvSpPr/>
          <p:nvPr/>
        </p:nvSpPr>
        <p:spPr>
          <a:xfrm rot="16200000">
            <a:off x="1393021" y="2281688"/>
            <a:ext cx="997942" cy="2007215"/>
          </a:xfrm>
          <a:prstGeom prst="round2SameRect">
            <a:avLst>
              <a:gd name="adj1" fmla="val 7388"/>
              <a:gd name="adj2" fmla="val 0"/>
            </a:avLst>
          </a:prstGeom>
          <a:solidFill>
            <a:srgbClr val="2B4C7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角丸四角形 40">
            <a:extLst>
              <a:ext uri="{FF2B5EF4-FFF2-40B4-BE49-F238E27FC236}">
                <a16:creationId xmlns:a16="http://schemas.microsoft.com/office/drawing/2014/main" id="{3C70A576-27AA-4D37-43BB-6AC7F04C9FF6}"/>
              </a:ext>
            </a:extLst>
          </p:cNvPr>
          <p:cNvSpPr/>
          <p:nvPr/>
        </p:nvSpPr>
        <p:spPr>
          <a:xfrm>
            <a:off x="888381" y="3961615"/>
            <a:ext cx="7921279" cy="997944"/>
          </a:xfrm>
          <a:prstGeom prst="roundRect">
            <a:avLst>
              <a:gd name="adj" fmla="val 8172"/>
            </a:avLst>
          </a:prstGeom>
          <a:noFill/>
          <a:ln w="19050">
            <a:solidFill>
              <a:srgbClr val="2B4C7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片側の 2 つの角を丸めた四角形 41">
            <a:extLst>
              <a:ext uri="{FF2B5EF4-FFF2-40B4-BE49-F238E27FC236}">
                <a16:creationId xmlns:a16="http://schemas.microsoft.com/office/drawing/2014/main" id="{75A5D119-0A4C-194B-3EE3-FB05C38DF745}"/>
              </a:ext>
            </a:extLst>
          </p:cNvPr>
          <p:cNvSpPr/>
          <p:nvPr/>
        </p:nvSpPr>
        <p:spPr>
          <a:xfrm rot="16200000">
            <a:off x="1393020" y="3456980"/>
            <a:ext cx="997942" cy="2007215"/>
          </a:xfrm>
          <a:prstGeom prst="round2SameRect">
            <a:avLst>
              <a:gd name="adj1" fmla="val 7388"/>
              <a:gd name="adj2" fmla="val 0"/>
            </a:avLst>
          </a:prstGeom>
          <a:solidFill>
            <a:srgbClr val="2B4C7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角丸四角形 42">
            <a:extLst>
              <a:ext uri="{FF2B5EF4-FFF2-40B4-BE49-F238E27FC236}">
                <a16:creationId xmlns:a16="http://schemas.microsoft.com/office/drawing/2014/main" id="{A9B20C00-A946-D235-3E4F-D70AE8704614}"/>
              </a:ext>
            </a:extLst>
          </p:cNvPr>
          <p:cNvSpPr/>
          <p:nvPr/>
        </p:nvSpPr>
        <p:spPr>
          <a:xfrm>
            <a:off x="888381" y="5159620"/>
            <a:ext cx="7921279" cy="997944"/>
          </a:xfrm>
          <a:prstGeom prst="roundRect">
            <a:avLst>
              <a:gd name="adj" fmla="val 8172"/>
            </a:avLst>
          </a:prstGeom>
          <a:noFill/>
          <a:ln w="19050">
            <a:solidFill>
              <a:srgbClr val="2B4C7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片側の 2 つの角を丸めた四角形 43">
            <a:extLst>
              <a:ext uri="{FF2B5EF4-FFF2-40B4-BE49-F238E27FC236}">
                <a16:creationId xmlns:a16="http://schemas.microsoft.com/office/drawing/2014/main" id="{ADA2F54D-60DD-97BC-6FCE-9C75FBE4D4D0}"/>
              </a:ext>
            </a:extLst>
          </p:cNvPr>
          <p:cNvSpPr/>
          <p:nvPr/>
        </p:nvSpPr>
        <p:spPr>
          <a:xfrm rot="16200000">
            <a:off x="1393020" y="4654985"/>
            <a:ext cx="997942" cy="2007215"/>
          </a:xfrm>
          <a:prstGeom prst="round2SameRect">
            <a:avLst>
              <a:gd name="adj1" fmla="val 7388"/>
              <a:gd name="adj2" fmla="val 0"/>
            </a:avLst>
          </a:prstGeom>
          <a:solidFill>
            <a:srgbClr val="2B4C7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角丸四角形 13">
            <a:extLst>
              <a:ext uri="{FF2B5EF4-FFF2-40B4-BE49-F238E27FC236}">
                <a16:creationId xmlns:a16="http://schemas.microsoft.com/office/drawing/2014/main" id="{23291425-CDE8-00E3-A8A5-700CB84365E4}"/>
              </a:ext>
            </a:extLst>
          </p:cNvPr>
          <p:cNvSpPr/>
          <p:nvPr/>
        </p:nvSpPr>
        <p:spPr>
          <a:xfrm>
            <a:off x="888385" y="1588316"/>
            <a:ext cx="7921279" cy="997944"/>
          </a:xfrm>
          <a:prstGeom prst="roundRect">
            <a:avLst>
              <a:gd name="adj" fmla="val 8172"/>
            </a:avLst>
          </a:prstGeom>
          <a:noFill/>
          <a:ln w="19050">
            <a:solidFill>
              <a:srgbClr val="2B4C7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object 5">
            <a:extLst>
              <a:ext uri="{FF2B5EF4-FFF2-40B4-BE49-F238E27FC236}">
                <a16:creationId xmlns:a16="http://schemas.microsoft.com/office/drawing/2014/main" id="{4E2B6FC5-A16E-404D-E527-B90325A4C040}"/>
              </a:ext>
            </a:extLst>
          </p:cNvPr>
          <p:cNvSpPr txBox="1">
            <a:spLocks noGrp="1"/>
          </p:cNvSpPr>
          <p:nvPr>
            <p:ph type="title"/>
          </p:nvPr>
        </p:nvSpPr>
        <p:spPr>
          <a:xfrm>
            <a:off x="623532" y="633778"/>
            <a:ext cx="3796068" cy="355951"/>
          </a:xfrm>
          <a:prstGeom prst="rect">
            <a:avLst/>
          </a:prstGeom>
        </p:spPr>
        <p:txBody>
          <a:bodyPr vert="horz" wrap="square" lIns="0" tIns="7196" rIns="0" bIns="0" rtlCol="0">
            <a:spAutoFit/>
          </a:bodyPr>
          <a:lstStyle/>
          <a:p>
            <a:pPr marL="6257">
              <a:spcBef>
                <a:spcPts val="56"/>
              </a:spcBef>
            </a:pPr>
            <a:r>
              <a:rPr lang="ja-JP" altLang="en-US" spc="94" dirty="0">
                <a:latin typeface="+mn-lt"/>
              </a:rPr>
              <a:t>与件整理</a:t>
            </a:r>
            <a:endParaRPr spc="94" dirty="0">
              <a:latin typeface="+mn-lt"/>
            </a:endParaRPr>
          </a:p>
        </p:txBody>
      </p:sp>
      <p:grpSp>
        <p:nvGrpSpPr>
          <p:cNvPr id="33" name="グループ化 32">
            <a:extLst>
              <a:ext uri="{FF2B5EF4-FFF2-40B4-BE49-F238E27FC236}">
                <a16:creationId xmlns:a16="http://schemas.microsoft.com/office/drawing/2014/main" id="{7156480E-E440-D1D3-96D3-3EFE6C5AFD22}"/>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B4F84CBB-FBAA-A883-79A8-9F781A3277F5}"/>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DA26A335-61EF-650F-2634-DB92518C94FB}"/>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EF8BBAAF-960E-C9C1-3FDB-6B35EE72EB1F}"/>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A2F8724C-DC4E-6F23-7547-CF4C14AF4818}"/>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481E1FA1-5BD4-A67C-AAB0-E0C6CFB05D1C}"/>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F6F08776-7231-B19E-1D5E-49A06487F73E}"/>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232DF230-115F-00B0-E647-9F12FD4C42B8}"/>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3" name="片側の 2 つの角を丸めた四角形 2">
            <a:extLst>
              <a:ext uri="{FF2B5EF4-FFF2-40B4-BE49-F238E27FC236}">
                <a16:creationId xmlns:a16="http://schemas.microsoft.com/office/drawing/2014/main" id="{A5242661-F265-4958-0001-00BFF49CF143}"/>
              </a:ext>
            </a:extLst>
          </p:cNvPr>
          <p:cNvSpPr/>
          <p:nvPr/>
        </p:nvSpPr>
        <p:spPr>
          <a:xfrm rot="16200000">
            <a:off x="1393024" y="1083681"/>
            <a:ext cx="997942" cy="2007215"/>
          </a:xfrm>
          <a:prstGeom prst="round2SameRect">
            <a:avLst>
              <a:gd name="adj1" fmla="val 0"/>
              <a:gd name="adj2" fmla="val 0"/>
            </a:avLst>
          </a:prstGeom>
          <a:solidFill>
            <a:srgbClr val="2B4C7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object 11">
            <a:extLst>
              <a:ext uri="{FF2B5EF4-FFF2-40B4-BE49-F238E27FC236}">
                <a16:creationId xmlns:a16="http://schemas.microsoft.com/office/drawing/2014/main" id="{3E296B50-3456-AA8F-E295-24A231CEDD40}"/>
              </a:ext>
            </a:extLst>
          </p:cNvPr>
          <p:cNvSpPr txBox="1"/>
          <p:nvPr/>
        </p:nvSpPr>
        <p:spPr>
          <a:xfrm>
            <a:off x="1328944" y="1926665"/>
            <a:ext cx="1447801" cy="283002"/>
          </a:xfrm>
          <a:prstGeom prst="rect">
            <a:avLst/>
          </a:prstGeom>
        </p:spPr>
        <p:txBody>
          <a:bodyPr vert="horz" wrap="square" lIns="0" tIns="5945" rIns="0" bIns="0" rtlCol="0">
            <a:spAutoFit/>
          </a:bodyPr>
          <a:lstStyle/>
          <a:p>
            <a:pPr marL="6257">
              <a:spcBef>
                <a:spcPts val="47"/>
              </a:spcBef>
            </a:pPr>
            <a:r>
              <a:rPr lang="ja-JP" altLang="en-US" b="1" spc="20" dirty="0">
                <a:solidFill>
                  <a:schemeClr val="bg1"/>
                </a:solidFill>
                <a:latin typeface="+mn-lt"/>
                <a:cs typeface="Yu Gothic Pr6N B"/>
              </a:rPr>
              <a:t>目的・目標</a:t>
            </a:r>
            <a:endParaRPr dirty="0">
              <a:solidFill>
                <a:schemeClr val="bg1"/>
              </a:solidFill>
              <a:latin typeface="+mn-lt"/>
              <a:cs typeface="Yu Gothic Pr6N B"/>
            </a:endParaRPr>
          </a:p>
        </p:txBody>
      </p:sp>
      <p:sp>
        <p:nvSpPr>
          <p:cNvPr id="12" name="object 14">
            <a:extLst>
              <a:ext uri="{FF2B5EF4-FFF2-40B4-BE49-F238E27FC236}">
                <a16:creationId xmlns:a16="http://schemas.microsoft.com/office/drawing/2014/main" id="{6CCB0DB8-18DD-00B9-A9A1-35F9A06D88D7}"/>
              </a:ext>
            </a:extLst>
          </p:cNvPr>
          <p:cNvSpPr txBox="1"/>
          <p:nvPr/>
        </p:nvSpPr>
        <p:spPr>
          <a:xfrm>
            <a:off x="3020398" y="2797130"/>
            <a:ext cx="6601161" cy="973475"/>
          </a:xfrm>
          <a:prstGeom prst="rect">
            <a:avLst/>
          </a:prstGeom>
        </p:spPr>
        <p:txBody>
          <a:bodyPr vert="horz" wrap="square" lIns="0" tIns="8448" rIns="0" bIns="0" rtlCol="0">
            <a:spAutoFit/>
          </a:bodyPr>
          <a:lstStyle/>
          <a:p>
            <a:pPr marL="6257">
              <a:lnSpc>
                <a:spcPct val="150000"/>
              </a:lnSpc>
              <a:spcBef>
                <a:spcPts val="67"/>
              </a:spcBef>
            </a:pPr>
            <a:r>
              <a:rPr lang="en-US" altLang="ja-JP" sz="1400" spc="-12" dirty="0">
                <a:solidFill>
                  <a:srgbClr val="2C4C76"/>
                </a:solidFill>
                <a:latin typeface="+mn-ea"/>
                <a:ea typeface="+mn-ea"/>
                <a:cs typeface="Yu Gothic Pr6N D"/>
              </a:rPr>
              <a:t>KADASON</a:t>
            </a:r>
            <a:r>
              <a:rPr lang="ja-JP" altLang="en-US" sz="1400" spc="-12" dirty="0">
                <a:solidFill>
                  <a:srgbClr val="2C4C76"/>
                </a:solidFill>
                <a:latin typeface="+mn-ea"/>
                <a:ea typeface="+mn-ea"/>
                <a:cs typeface="Yu Gothic Pr6N D"/>
              </a:rPr>
              <a:t>の</a:t>
            </a:r>
            <a:r>
              <a:rPr lang="en-US" altLang="ja-JP" sz="1400" spc="-12" dirty="0">
                <a:solidFill>
                  <a:srgbClr val="2C4C76"/>
                </a:solidFill>
                <a:latin typeface="+mn-ea"/>
                <a:ea typeface="+mn-ea"/>
                <a:cs typeface="Yu Gothic Pr6N D"/>
              </a:rPr>
              <a:t>LP</a:t>
            </a:r>
            <a:r>
              <a:rPr lang="ja-JP" altLang="en-US" sz="1400" spc="-12" dirty="0">
                <a:solidFill>
                  <a:srgbClr val="2C4C76"/>
                </a:solidFill>
                <a:latin typeface="+mn-ea"/>
                <a:ea typeface="+mn-ea"/>
                <a:cs typeface="Yu Gothic Pr6N D"/>
              </a:rPr>
              <a:t>をリニューアル案を提案</a:t>
            </a:r>
            <a:endParaRPr lang="en-US" altLang="ja-JP" sz="1400" spc="-12" dirty="0">
              <a:solidFill>
                <a:srgbClr val="2C4C76"/>
              </a:solidFill>
              <a:latin typeface="+mn-ea"/>
              <a:ea typeface="+mn-ea"/>
              <a:cs typeface="Yu Gothic Pr6N D"/>
            </a:endParaRPr>
          </a:p>
          <a:p>
            <a:pPr marL="6257">
              <a:lnSpc>
                <a:spcPct val="150000"/>
              </a:lnSpc>
              <a:spcBef>
                <a:spcPts val="67"/>
              </a:spcBef>
            </a:pPr>
            <a:r>
              <a:rPr lang="en-US" altLang="ja-JP" sz="1400" spc="-12" dirty="0">
                <a:solidFill>
                  <a:srgbClr val="2C4C76"/>
                </a:solidFill>
                <a:latin typeface="+mn-ea"/>
                <a:ea typeface="+mn-ea"/>
                <a:cs typeface="Yu Gothic Pr6N D"/>
              </a:rPr>
              <a:t>Meta</a:t>
            </a:r>
            <a:r>
              <a:rPr lang="ja-JP" altLang="en-US" sz="1400" spc="-12" dirty="0">
                <a:solidFill>
                  <a:srgbClr val="2C4C76"/>
                </a:solidFill>
                <a:latin typeface="+mn-ea"/>
                <a:ea typeface="+mn-ea"/>
                <a:cs typeface="Yu Gothic Pr6N D"/>
              </a:rPr>
              <a:t>広告のクリエイティブ案を提案</a:t>
            </a:r>
            <a:endParaRPr lang="en-US" altLang="ja-JP" sz="1400" spc="-12" dirty="0">
              <a:solidFill>
                <a:srgbClr val="2C4C76"/>
              </a:solidFill>
              <a:latin typeface="+mn-ea"/>
              <a:ea typeface="+mn-ea"/>
              <a:cs typeface="Yu Gothic Pr6N D"/>
            </a:endParaRPr>
          </a:p>
          <a:p>
            <a:pPr marL="6257">
              <a:lnSpc>
                <a:spcPct val="150000"/>
              </a:lnSpc>
              <a:spcBef>
                <a:spcPts val="67"/>
              </a:spcBef>
            </a:pPr>
            <a:r>
              <a:rPr lang="en-US" altLang="ja-JP" sz="1400" spc="-12" dirty="0">
                <a:solidFill>
                  <a:srgbClr val="2C4C76"/>
                </a:solidFill>
                <a:latin typeface="+mn-ea"/>
                <a:ea typeface="+mn-ea"/>
                <a:cs typeface="Yu Gothic Pr6N D"/>
              </a:rPr>
              <a:t>EC</a:t>
            </a:r>
            <a:r>
              <a:rPr lang="ja-JP" altLang="en-US" sz="1400" spc="-12" dirty="0">
                <a:solidFill>
                  <a:srgbClr val="2C4C76"/>
                </a:solidFill>
                <a:latin typeface="+mn-ea"/>
                <a:ea typeface="+mn-ea"/>
                <a:cs typeface="Yu Gothic Pr6N D"/>
              </a:rPr>
              <a:t> </a:t>
            </a:r>
            <a:r>
              <a:rPr lang="en-US" altLang="ja-JP" sz="1400" spc="-12" dirty="0">
                <a:solidFill>
                  <a:srgbClr val="2C4C76"/>
                </a:solidFill>
                <a:latin typeface="+mn-ea"/>
                <a:ea typeface="+mn-ea"/>
                <a:cs typeface="Yu Gothic Pr6N D"/>
              </a:rPr>
              <a:t>Force</a:t>
            </a:r>
            <a:r>
              <a:rPr lang="ja-JP" altLang="en-US" sz="1400" spc="-12" dirty="0">
                <a:solidFill>
                  <a:srgbClr val="2C4C76"/>
                </a:solidFill>
                <a:latin typeface="+mn-ea"/>
                <a:ea typeface="+mn-ea"/>
                <a:cs typeface="Yu Gothic Pr6N D"/>
              </a:rPr>
              <a:t>上でのタグ埋め込みなどの作業を代行</a:t>
            </a:r>
          </a:p>
        </p:txBody>
      </p:sp>
      <p:sp>
        <p:nvSpPr>
          <p:cNvPr id="15" name="object 11">
            <a:extLst>
              <a:ext uri="{FF2B5EF4-FFF2-40B4-BE49-F238E27FC236}">
                <a16:creationId xmlns:a16="http://schemas.microsoft.com/office/drawing/2014/main" id="{740D275F-3F3D-AFA4-CF81-CF4A2A86CDFF}"/>
              </a:ext>
            </a:extLst>
          </p:cNvPr>
          <p:cNvSpPr txBox="1"/>
          <p:nvPr/>
        </p:nvSpPr>
        <p:spPr>
          <a:xfrm>
            <a:off x="1667625" y="3145998"/>
            <a:ext cx="584505" cy="283002"/>
          </a:xfrm>
          <a:prstGeom prst="rect">
            <a:avLst/>
          </a:prstGeom>
        </p:spPr>
        <p:txBody>
          <a:bodyPr vert="horz" wrap="square" lIns="0" tIns="5945" rIns="0" bIns="0" rtlCol="0">
            <a:spAutoFit/>
          </a:bodyPr>
          <a:lstStyle/>
          <a:p>
            <a:pPr marL="6257">
              <a:spcBef>
                <a:spcPts val="47"/>
              </a:spcBef>
            </a:pPr>
            <a:r>
              <a:rPr lang="ja-JP" altLang="en-US" b="1" spc="20" dirty="0">
                <a:solidFill>
                  <a:schemeClr val="bg1"/>
                </a:solidFill>
                <a:latin typeface="+mn-lt"/>
                <a:cs typeface="Yu Gothic Pr6N B"/>
              </a:rPr>
              <a:t>要望</a:t>
            </a:r>
            <a:endParaRPr dirty="0">
              <a:solidFill>
                <a:schemeClr val="bg1"/>
              </a:solidFill>
              <a:latin typeface="+mn-lt"/>
              <a:cs typeface="Yu Gothic Pr6N B"/>
            </a:endParaRPr>
          </a:p>
        </p:txBody>
      </p:sp>
      <p:sp>
        <p:nvSpPr>
          <p:cNvPr id="17" name="object 14">
            <a:extLst>
              <a:ext uri="{FF2B5EF4-FFF2-40B4-BE49-F238E27FC236}">
                <a16:creationId xmlns:a16="http://schemas.microsoft.com/office/drawing/2014/main" id="{81982613-1EFF-D553-2BAF-B4BD065942DF}"/>
              </a:ext>
            </a:extLst>
          </p:cNvPr>
          <p:cNvSpPr txBox="1"/>
          <p:nvPr/>
        </p:nvSpPr>
        <p:spPr>
          <a:xfrm>
            <a:off x="3055286" y="4086023"/>
            <a:ext cx="6284727" cy="725522"/>
          </a:xfrm>
          <a:prstGeom prst="rect">
            <a:avLst/>
          </a:prstGeom>
        </p:spPr>
        <p:txBody>
          <a:bodyPr vert="horz" wrap="square" lIns="0" tIns="8448" rIns="0" bIns="0" rtlCol="0">
            <a:spAutoFit/>
          </a:bodyPr>
          <a:lstStyle/>
          <a:p>
            <a:pPr marL="6257">
              <a:lnSpc>
                <a:spcPct val="150000"/>
              </a:lnSpc>
              <a:spcBef>
                <a:spcPts val="67"/>
              </a:spcBef>
            </a:pPr>
            <a:r>
              <a:rPr lang="en-US" altLang="ja-JP" sz="1600" spc="-12" dirty="0">
                <a:solidFill>
                  <a:srgbClr val="2C4C76"/>
                </a:solidFill>
                <a:latin typeface="+mn-ea"/>
                <a:ea typeface="+mn-ea"/>
                <a:cs typeface="Yu Gothic Pr6N D"/>
              </a:rPr>
              <a:t>LP</a:t>
            </a:r>
            <a:r>
              <a:rPr lang="ja-JP" altLang="en-US" sz="1600" spc="-12" dirty="0">
                <a:solidFill>
                  <a:srgbClr val="2C4C76"/>
                </a:solidFill>
                <a:latin typeface="+mn-ea"/>
                <a:ea typeface="+mn-ea"/>
                <a:cs typeface="Yu Gothic Pr6N D"/>
              </a:rPr>
              <a:t>：</a:t>
            </a:r>
            <a:r>
              <a:rPr lang="en-US" altLang="ja-JP" sz="1600" spc="-12" dirty="0">
                <a:solidFill>
                  <a:srgbClr val="2C4C76"/>
                </a:solidFill>
                <a:latin typeface="+mn-ea"/>
                <a:ea typeface="+mn-ea"/>
                <a:cs typeface="Yu Gothic Pr6N D"/>
              </a:rPr>
              <a:t>20</a:t>
            </a:r>
            <a:r>
              <a:rPr lang="ja-JP" altLang="en-US" sz="1600" spc="-12" dirty="0">
                <a:solidFill>
                  <a:srgbClr val="2C4C76"/>
                </a:solidFill>
                <a:latin typeface="+mn-ea"/>
                <a:ea typeface="+mn-ea"/>
                <a:cs typeface="Yu Gothic Pr6N D"/>
              </a:rPr>
              <a:t>～</a:t>
            </a:r>
            <a:r>
              <a:rPr lang="en-US" altLang="ja-JP" sz="1600" spc="-12" dirty="0">
                <a:solidFill>
                  <a:srgbClr val="2C4C76"/>
                </a:solidFill>
                <a:latin typeface="+mn-ea"/>
                <a:ea typeface="+mn-ea"/>
                <a:cs typeface="Yu Gothic Pr6N D"/>
              </a:rPr>
              <a:t>30</a:t>
            </a:r>
            <a:r>
              <a:rPr lang="ja-JP" altLang="en-US" sz="1600" spc="-12" dirty="0">
                <a:solidFill>
                  <a:srgbClr val="2C4C76"/>
                </a:solidFill>
                <a:latin typeface="+mn-ea"/>
                <a:ea typeface="+mn-ea"/>
                <a:cs typeface="Yu Gothic Pr6N D"/>
              </a:rPr>
              <a:t>万円／</a:t>
            </a:r>
            <a:r>
              <a:rPr lang="en-US" altLang="ja-JP" sz="1600" spc="-12" dirty="0">
                <a:solidFill>
                  <a:srgbClr val="2C4C76"/>
                </a:solidFill>
                <a:latin typeface="+mn-ea"/>
                <a:ea typeface="+mn-ea"/>
                <a:cs typeface="Yu Gothic Pr6N D"/>
              </a:rPr>
              <a:t>1</a:t>
            </a:r>
            <a:r>
              <a:rPr lang="ja-JP" altLang="en-US" sz="1600" spc="-12" dirty="0">
                <a:solidFill>
                  <a:srgbClr val="2C4C76"/>
                </a:solidFill>
                <a:latin typeface="+mn-ea"/>
                <a:ea typeface="+mn-ea"/>
                <a:cs typeface="Yu Gothic Pr6N D"/>
              </a:rPr>
              <a:t>本</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バナー：</a:t>
            </a:r>
            <a:r>
              <a:rPr lang="en-US" altLang="ja-JP" sz="1600" spc="-12" dirty="0">
                <a:solidFill>
                  <a:srgbClr val="2C4C76"/>
                </a:solidFill>
                <a:latin typeface="+mn-ea"/>
                <a:ea typeface="+mn-ea"/>
                <a:cs typeface="Yu Gothic Pr6N D"/>
              </a:rPr>
              <a:t>1.5</a:t>
            </a:r>
            <a:r>
              <a:rPr lang="ja-JP" altLang="en-US" sz="1600" spc="-12" dirty="0">
                <a:solidFill>
                  <a:srgbClr val="2C4C76"/>
                </a:solidFill>
                <a:latin typeface="+mn-ea"/>
                <a:ea typeface="+mn-ea"/>
                <a:cs typeface="Yu Gothic Pr6N D"/>
              </a:rPr>
              <a:t>～</a:t>
            </a:r>
            <a:r>
              <a:rPr lang="en-US" altLang="ja-JP" sz="1600" spc="-12" dirty="0">
                <a:solidFill>
                  <a:srgbClr val="2C4C76"/>
                </a:solidFill>
                <a:latin typeface="+mn-ea"/>
                <a:ea typeface="+mn-ea"/>
                <a:cs typeface="Yu Gothic Pr6N D"/>
              </a:rPr>
              <a:t>2</a:t>
            </a:r>
            <a:r>
              <a:rPr lang="ja-JP" altLang="en-US" sz="1600" spc="-12" dirty="0">
                <a:solidFill>
                  <a:srgbClr val="2C4C76"/>
                </a:solidFill>
                <a:latin typeface="+mn-ea"/>
                <a:ea typeface="+mn-ea"/>
                <a:cs typeface="Yu Gothic Pr6N D"/>
              </a:rPr>
              <a:t>万円／</a:t>
            </a:r>
            <a:r>
              <a:rPr lang="en-US" altLang="ja-JP" sz="1600" spc="-12" dirty="0">
                <a:solidFill>
                  <a:srgbClr val="2C4C76"/>
                </a:solidFill>
                <a:latin typeface="+mn-ea"/>
                <a:ea typeface="+mn-ea"/>
                <a:cs typeface="Yu Gothic Pr6N D"/>
              </a:rPr>
              <a:t>1</a:t>
            </a:r>
            <a:r>
              <a:rPr lang="ja-JP" altLang="en-US" sz="1600" spc="-12" dirty="0">
                <a:solidFill>
                  <a:srgbClr val="2C4C76"/>
                </a:solidFill>
                <a:latin typeface="+mn-ea"/>
                <a:ea typeface="+mn-ea"/>
                <a:cs typeface="Yu Gothic Pr6N D"/>
              </a:rPr>
              <a:t>枚（サイズ別込）</a:t>
            </a:r>
          </a:p>
        </p:txBody>
      </p:sp>
      <p:sp>
        <p:nvSpPr>
          <p:cNvPr id="32" name="object 11">
            <a:extLst>
              <a:ext uri="{FF2B5EF4-FFF2-40B4-BE49-F238E27FC236}">
                <a16:creationId xmlns:a16="http://schemas.microsoft.com/office/drawing/2014/main" id="{E8916BEA-D49B-14E4-A0D1-D49963D66EE9}"/>
              </a:ext>
            </a:extLst>
          </p:cNvPr>
          <p:cNvSpPr txBox="1"/>
          <p:nvPr/>
        </p:nvSpPr>
        <p:spPr>
          <a:xfrm>
            <a:off x="1142999" y="4330442"/>
            <a:ext cx="1702152" cy="283002"/>
          </a:xfrm>
          <a:prstGeom prst="rect">
            <a:avLst/>
          </a:prstGeom>
        </p:spPr>
        <p:txBody>
          <a:bodyPr vert="horz" wrap="square" lIns="0" tIns="5945" rIns="0" bIns="0" rtlCol="0">
            <a:spAutoFit/>
          </a:bodyPr>
          <a:lstStyle/>
          <a:p>
            <a:pPr marL="6257">
              <a:spcBef>
                <a:spcPts val="47"/>
              </a:spcBef>
            </a:pPr>
            <a:r>
              <a:rPr lang="en-US" b="1" spc="20" dirty="0" err="1">
                <a:solidFill>
                  <a:schemeClr val="bg1"/>
                </a:solidFill>
                <a:latin typeface="+mn-lt"/>
                <a:cs typeface="Yu Gothic Pr6N B"/>
              </a:rPr>
              <a:t>ご予算</a:t>
            </a:r>
            <a:r>
              <a:rPr lang="ja-JP" altLang="en-US" b="1" spc="20" dirty="0">
                <a:solidFill>
                  <a:schemeClr val="bg1"/>
                </a:solidFill>
                <a:latin typeface="+mn-lt"/>
                <a:cs typeface="Yu Gothic Pr6N B"/>
              </a:rPr>
              <a:t>・納期</a:t>
            </a:r>
            <a:endParaRPr dirty="0">
              <a:solidFill>
                <a:schemeClr val="bg1"/>
              </a:solidFill>
              <a:latin typeface="+mn-lt"/>
              <a:cs typeface="Yu Gothic Pr6N B"/>
            </a:endParaRPr>
          </a:p>
        </p:txBody>
      </p:sp>
      <p:sp>
        <p:nvSpPr>
          <p:cNvPr id="35" name="object 14">
            <a:extLst>
              <a:ext uri="{FF2B5EF4-FFF2-40B4-BE49-F238E27FC236}">
                <a16:creationId xmlns:a16="http://schemas.microsoft.com/office/drawing/2014/main" id="{50B47E50-263E-6071-4AE9-E04B9C6C3444}"/>
              </a:ext>
            </a:extLst>
          </p:cNvPr>
          <p:cNvSpPr txBox="1"/>
          <p:nvPr/>
        </p:nvSpPr>
        <p:spPr>
          <a:xfrm>
            <a:off x="3055285" y="5256508"/>
            <a:ext cx="5224712" cy="725522"/>
          </a:xfrm>
          <a:prstGeom prst="rect">
            <a:avLst/>
          </a:prstGeom>
        </p:spPr>
        <p:txBody>
          <a:bodyPr vert="horz" wrap="square" lIns="0" tIns="8448" rIns="0" bIns="0" rtlCol="0">
            <a:spAutoFit/>
          </a:bodyPr>
          <a:lstStyle/>
          <a:p>
            <a:pPr marL="6257">
              <a:lnSpc>
                <a:spcPct val="150000"/>
              </a:lnSpc>
              <a:spcBef>
                <a:spcPts val="67"/>
              </a:spcBef>
            </a:pPr>
            <a:r>
              <a:rPr lang="ja-JP" altLang="en-US" sz="1600" spc="-12" dirty="0">
                <a:solidFill>
                  <a:srgbClr val="2C4C76"/>
                </a:solidFill>
                <a:latin typeface="+mn-ea"/>
                <a:ea typeface="+mn-ea"/>
                <a:cs typeface="Yu Gothic Pr6N D"/>
              </a:rPr>
              <a:t>現制作会社のリソース不足</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ターゲットはあくまで脂漏性頭皮で悩んでいる方</a:t>
            </a:r>
          </a:p>
        </p:txBody>
      </p:sp>
      <p:sp>
        <p:nvSpPr>
          <p:cNvPr id="38" name="object 11">
            <a:extLst>
              <a:ext uri="{FF2B5EF4-FFF2-40B4-BE49-F238E27FC236}">
                <a16:creationId xmlns:a16="http://schemas.microsoft.com/office/drawing/2014/main" id="{8DD90AB0-E5BB-2C89-26F3-7F31C83897A8}"/>
              </a:ext>
            </a:extLst>
          </p:cNvPr>
          <p:cNvSpPr txBox="1"/>
          <p:nvPr/>
        </p:nvSpPr>
        <p:spPr>
          <a:xfrm>
            <a:off x="1492641" y="5515644"/>
            <a:ext cx="838201" cy="283002"/>
          </a:xfrm>
          <a:prstGeom prst="rect">
            <a:avLst/>
          </a:prstGeom>
        </p:spPr>
        <p:txBody>
          <a:bodyPr vert="horz" wrap="square" lIns="0" tIns="5945" rIns="0" bIns="0" rtlCol="0">
            <a:spAutoFit/>
          </a:bodyPr>
          <a:lstStyle/>
          <a:p>
            <a:pPr marL="6257">
              <a:spcBef>
                <a:spcPts val="47"/>
              </a:spcBef>
            </a:pPr>
            <a:r>
              <a:rPr lang="ja-JP" altLang="en-US" b="1" spc="20" dirty="0">
                <a:solidFill>
                  <a:schemeClr val="bg1"/>
                </a:solidFill>
                <a:latin typeface="+mn-lt"/>
                <a:cs typeface="Yu Gothic Pr6N B"/>
              </a:rPr>
              <a:t>その他</a:t>
            </a:r>
            <a:endParaRPr dirty="0">
              <a:solidFill>
                <a:schemeClr val="bg1"/>
              </a:solidFill>
              <a:latin typeface="+mn-lt"/>
              <a:cs typeface="Yu Gothic Pr6N B"/>
            </a:endParaRPr>
          </a:p>
        </p:txBody>
      </p:sp>
      <p:sp>
        <p:nvSpPr>
          <p:cNvPr id="4" name="スライド番号プレースホルダー 3">
            <a:extLst>
              <a:ext uri="{FF2B5EF4-FFF2-40B4-BE49-F238E27FC236}">
                <a16:creationId xmlns:a16="http://schemas.microsoft.com/office/drawing/2014/main" id="{3D502FD6-BABF-CEE5-10DF-876FCDFE10CB}"/>
              </a:ext>
            </a:extLst>
          </p:cNvPr>
          <p:cNvSpPr>
            <a:spLocks noGrp="1"/>
          </p:cNvSpPr>
          <p:nvPr>
            <p:ph type="sldNum" sz="quarter" idx="7"/>
          </p:nvPr>
        </p:nvSpPr>
        <p:spPr/>
        <p:txBody>
          <a:bodyPr/>
          <a:lstStyle/>
          <a:p>
            <a:fld id="{B6F15528-21DE-4FAA-801E-634DDDAF4B2B}" type="slidenum">
              <a:rPr lang="en-US" altLang="ja-JP" smtClean="0"/>
              <a:pPr/>
              <a:t>4</a:t>
            </a:fld>
            <a:endParaRPr lang="ja-JP" altLang="en-US" sz="1100" dirty="0"/>
          </a:p>
        </p:txBody>
      </p:sp>
      <p:sp>
        <p:nvSpPr>
          <p:cNvPr id="2" name="object 14">
            <a:extLst>
              <a:ext uri="{FF2B5EF4-FFF2-40B4-BE49-F238E27FC236}">
                <a16:creationId xmlns:a16="http://schemas.microsoft.com/office/drawing/2014/main" id="{CA226A16-8A12-4817-D570-1EC4D5847D52}"/>
              </a:ext>
            </a:extLst>
          </p:cNvPr>
          <p:cNvSpPr txBox="1"/>
          <p:nvPr/>
        </p:nvSpPr>
        <p:spPr>
          <a:xfrm>
            <a:off x="3055285" y="1739278"/>
            <a:ext cx="6601161" cy="637485"/>
          </a:xfrm>
          <a:prstGeom prst="rect">
            <a:avLst/>
          </a:prstGeom>
        </p:spPr>
        <p:txBody>
          <a:bodyPr vert="horz" wrap="square" lIns="0" tIns="8448" rIns="0" bIns="0" rtlCol="0">
            <a:spAutoFit/>
          </a:bodyPr>
          <a:lstStyle/>
          <a:p>
            <a:pPr marL="6257">
              <a:lnSpc>
                <a:spcPct val="150000"/>
              </a:lnSpc>
              <a:spcBef>
                <a:spcPts val="67"/>
              </a:spcBef>
            </a:pPr>
            <a:r>
              <a:rPr lang="en-US" altLang="ja-JP" sz="1400" spc="-12" dirty="0">
                <a:solidFill>
                  <a:srgbClr val="2C4C76"/>
                </a:solidFill>
                <a:latin typeface="+mn-ea"/>
                <a:ea typeface="+mn-ea"/>
                <a:cs typeface="Yu Gothic Pr6N D"/>
              </a:rPr>
              <a:t>LP</a:t>
            </a:r>
            <a:r>
              <a:rPr lang="ja-JP" altLang="en-US" sz="1400" spc="-12" dirty="0">
                <a:solidFill>
                  <a:srgbClr val="2C4C76"/>
                </a:solidFill>
                <a:latin typeface="+mn-ea"/>
                <a:ea typeface="+mn-ea"/>
                <a:cs typeface="Yu Gothic Pr6N D"/>
              </a:rPr>
              <a:t>を効果的にリニューアルし、売上アップを狙う</a:t>
            </a:r>
            <a:endParaRPr lang="en-US" altLang="ja-JP" sz="1400" spc="-12" dirty="0">
              <a:solidFill>
                <a:srgbClr val="2C4C76"/>
              </a:solidFill>
              <a:latin typeface="+mn-ea"/>
              <a:ea typeface="+mn-ea"/>
              <a:cs typeface="Yu Gothic Pr6N D"/>
            </a:endParaRPr>
          </a:p>
          <a:p>
            <a:pPr marL="6257">
              <a:lnSpc>
                <a:spcPct val="150000"/>
              </a:lnSpc>
              <a:spcBef>
                <a:spcPts val="67"/>
              </a:spcBef>
            </a:pPr>
            <a:r>
              <a:rPr lang="en-US" altLang="ja-JP" sz="1400" spc="-12" dirty="0">
                <a:solidFill>
                  <a:srgbClr val="2C4C76"/>
                </a:solidFill>
                <a:latin typeface="+mn-ea"/>
                <a:ea typeface="+mn-ea"/>
                <a:cs typeface="Yu Gothic Pr6N D"/>
              </a:rPr>
              <a:t>LP</a:t>
            </a:r>
            <a:r>
              <a:rPr lang="ja-JP" altLang="en-US" sz="1400" spc="-12" dirty="0">
                <a:solidFill>
                  <a:srgbClr val="2C4C76"/>
                </a:solidFill>
                <a:latin typeface="+mn-ea"/>
                <a:ea typeface="+mn-ea"/>
                <a:cs typeface="Yu Gothic Pr6N D"/>
              </a:rPr>
              <a:t>に連動させるクリエイティブで広告効果を最大化</a:t>
            </a:r>
          </a:p>
        </p:txBody>
      </p:sp>
    </p:spTree>
    <p:extLst>
      <p:ext uri="{BB962C8B-B14F-4D97-AF65-F5344CB8AC3E}">
        <p14:creationId xmlns:p14="http://schemas.microsoft.com/office/powerpoint/2010/main" val="2731804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3C656-5EC4-5D5D-C32D-D7009E4A5754}"/>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0F438421-0EE2-1A63-2429-5909C6B06D9C}"/>
              </a:ext>
            </a:extLst>
          </p:cNvPr>
          <p:cNvSpPr>
            <a:spLocks noGrp="1"/>
          </p:cNvSpPr>
          <p:nvPr>
            <p:ph type="body" idx="1"/>
          </p:nvPr>
        </p:nvSpPr>
        <p:spPr>
          <a:xfrm>
            <a:off x="2933701" y="3090446"/>
            <a:ext cx="4038599" cy="677108"/>
          </a:xfrm>
        </p:spPr>
        <p:txBody>
          <a:bodyPr/>
          <a:lstStyle/>
          <a:p>
            <a:pPr algn="ctr"/>
            <a:r>
              <a:rPr kumimoji="1" lang="ja-JP" altLang="en-US" sz="4400" dirty="0"/>
              <a:t>現状の課題</a:t>
            </a:r>
          </a:p>
        </p:txBody>
      </p:sp>
      <p:sp>
        <p:nvSpPr>
          <p:cNvPr id="4" name="スライド番号プレースホルダー 3">
            <a:extLst>
              <a:ext uri="{FF2B5EF4-FFF2-40B4-BE49-F238E27FC236}">
                <a16:creationId xmlns:a16="http://schemas.microsoft.com/office/drawing/2014/main" id="{D951AA8A-0371-D833-E639-AC09AF74A3E1}"/>
              </a:ext>
            </a:extLst>
          </p:cNvPr>
          <p:cNvSpPr>
            <a:spLocks noGrp="1"/>
          </p:cNvSpPr>
          <p:nvPr>
            <p:ph type="sldNum" sz="quarter" idx="7"/>
          </p:nvPr>
        </p:nvSpPr>
        <p:spPr/>
        <p:txBody>
          <a:bodyPr/>
          <a:lstStyle/>
          <a:p>
            <a:fld id="{B6F15528-21DE-4FAA-801E-634DDDAF4B2B}" type="slidenum">
              <a:rPr lang="en-US" altLang="ja-JP" smtClean="0"/>
              <a:pPr/>
              <a:t>5</a:t>
            </a:fld>
            <a:endParaRPr lang="ja-JP" altLang="en-US" sz="1100" dirty="0"/>
          </a:p>
        </p:txBody>
      </p:sp>
    </p:spTree>
    <p:extLst>
      <p:ext uri="{BB962C8B-B14F-4D97-AF65-F5344CB8AC3E}">
        <p14:creationId xmlns:p14="http://schemas.microsoft.com/office/powerpoint/2010/main" val="2983761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00898-D71B-3C74-199E-D5AF24EB2901}"/>
            </a:ext>
          </a:extLst>
        </p:cNvPr>
        <p:cNvGrpSpPr/>
        <p:nvPr/>
      </p:nvGrpSpPr>
      <p:grpSpPr>
        <a:xfrm>
          <a:off x="0" y="0"/>
          <a:ext cx="0" cy="0"/>
          <a:chOff x="0" y="0"/>
          <a:chExt cx="0" cy="0"/>
        </a:xfrm>
      </p:grpSpPr>
      <p:sp>
        <p:nvSpPr>
          <p:cNvPr id="30" name="object 14">
            <a:extLst>
              <a:ext uri="{FF2B5EF4-FFF2-40B4-BE49-F238E27FC236}">
                <a16:creationId xmlns:a16="http://schemas.microsoft.com/office/drawing/2014/main" id="{C82793BD-EFE2-17B1-8C2D-4C10B7AC20D6}"/>
              </a:ext>
            </a:extLst>
          </p:cNvPr>
          <p:cNvSpPr txBox="1"/>
          <p:nvPr/>
        </p:nvSpPr>
        <p:spPr>
          <a:xfrm>
            <a:off x="1875229" y="2061723"/>
            <a:ext cx="6735371" cy="725522"/>
          </a:xfrm>
          <a:prstGeom prst="rect">
            <a:avLst/>
          </a:prstGeom>
        </p:spPr>
        <p:txBody>
          <a:bodyPr vert="horz" wrap="square" lIns="0" tIns="8448" rIns="0" bIns="0" rtlCol="0">
            <a:spAutoFit/>
          </a:bodyPr>
          <a:lstStyle/>
          <a:p>
            <a:pPr marL="6257">
              <a:lnSpc>
                <a:spcPct val="150000"/>
              </a:lnSpc>
              <a:spcBef>
                <a:spcPts val="67"/>
              </a:spcBef>
            </a:pPr>
            <a:r>
              <a:rPr lang="ja-JP" altLang="en-US" sz="1600" spc="-12" dirty="0">
                <a:solidFill>
                  <a:srgbClr val="2C4C76"/>
                </a:solidFill>
                <a:latin typeface="+mn-ea"/>
                <a:ea typeface="+mn-ea"/>
                <a:cs typeface="Yu Gothic Pr6N D"/>
              </a:rPr>
              <a:t>脂漏性頭皮の症状の説明→ふけやかゆみが出てしまう</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シャンプーの成分や効能の説明→制菌、オイルフリー、天然成分</a:t>
            </a:r>
          </a:p>
        </p:txBody>
      </p:sp>
      <p:sp>
        <p:nvSpPr>
          <p:cNvPr id="6" name="角丸四角形 5">
            <a:extLst>
              <a:ext uri="{FF2B5EF4-FFF2-40B4-BE49-F238E27FC236}">
                <a16:creationId xmlns:a16="http://schemas.microsoft.com/office/drawing/2014/main" id="{C87B56AE-37CE-C7C7-4125-2A2E4D7D744E}"/>
              </a:ext>
            </a:extLst>
          </p:cNvPr>
          <p:cNvSpPr/>
          <p:nvPr/>
        </p:nvSpPr>
        <p:spPr>
          <a:xfrm>
            <a:off x="1225109" y="1481166"/>
            <a:ext cx="7551563" cy="505455"/>
          </a:xfrm>
          <a:prstGeom prst="roundRect">
            <a:avLst>
              <a:gd name="adj" fmla="val 50000"/>
            </a:avLst>
          </a:prstGeom>
          <a:solidFill>
            <a:srgbClr val="DFE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object 5">
            <a:extLst>
              <a:ext uri="{FF2B5EF4-FFF2-40B4-BE49-F238E27FC236}">
                <a16:creationId xmlns:a16="http://schemas.microsoft.com/office/drawing/2014/main" id="{058D316A-C6F7-59E5-005E-04712ADCD353}"/>
              </a:ext>
            </a:extLst>
          </p:cNvPr>
          <p:cNvSpPr txBox="1">
            <a:spLocks noGrp="1"/>
          </p:cNvSpPr>
          <p:nvPr>
            <p:ph type="title"/>
          </p:nvPr>
        </p:nvSpPr>
        <p:spPr>
          <a:xfrm>
            <a:off x="623532" y="633778"/>
            <a:ext cx="5243868" cy="355951"/>
          </a:xfrm>
          <a:prstGeom prst="rect">
            <a:avLst/>
          </a:prstGeom>
        </p:spPr>
        <p:txBody>
          <a:bodyPr vert="horz" wrap="square" lIns="0" tIns="7196" rIns="0" bIns="0" rtlCol="0">
            <a:spAutoFit/>
          </a:bodyPr>
          <a:lstStyle/>
          <a:p>
            <a:pPr marL="6257">
              <a:spcBef>
                <a:spcPts val="56"/>
              </a:spcBef>
            </a:pPr>
            <a:r>
              <a:rPr lang="ja-JP" altLang="en-US" spc="94" dirty="0">
                <a:latin typeface="+mn-lt"/>
              </a:rPr>
              <a:t>現状の課題</a:t>
            </a:r>
            <a:endParaRPr spc="94" dirty="0">
              <a:latin typeface="+mn-lt"/>
            </a:endParaRPr>
          </a:p>
        </p:txBody>
      </p:sp>
      <p:grpSp>
        <p:nvGrpSpPr>
          <p:cNvPr id="33" name="グループ化 32">
            <a:extLst>
              <a:ext uri="{FF2B5EF4-FFF2-40B4-BE49-F238E27FC236}">
                <a16:creationId xmlns:a16="http://schemas.microsoft.com/office/drawing/2014/main" id="{9125B19C-87DD-E0E4-8959-DC59E2624A28}"/>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2EB96687-2055-D244-1519-1DDCDACC51BC}"/>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89521971-253D-8E56-9CA9-63FFCE04F5E7}"/>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BA3A9FA1-8923-E5C6-C7D4-200F01DFCA0F}"/>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7EAB1B2E-E796-770F-A784-2EAD3C38680E}"/>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74FA00A7-B112-FC65-4028-1C79FF1CACF3}"/>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C5C1B4F0-DC18-C4C6-15D7-4C414A4D5062}"/>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F88F10FB-CF87-3CD3-2DAB-FEE0F1FF3E89}"/>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grpSp>
        <p:nvGrpSpPr>
          <p:cNvPr id="4" name="グループ化 3">
            <a:extLst>
              <a:ext uri="{FF2B5EF4-FFF2-40B4-BE49-F238E27FC236}">
                <a16:creationId xmlns:a16="http://schemas.microsoft.com/office/drawing/2014/main" id="{580DB923-243E-3DA1-9258-BB1B8501BB19}"/>
              </a:ext>
            </a:extLst>
          </p:cNvPr>
          <p:cNvGrpSpPr/>
          <p:nvPr/>
        </p:nvGrpSpPr>
        <p:grpSpPr>
          <a:xfrm>
            <a:off x="990600" y="1371600"/>
            <a:ext cx="685792" cy="685792"/>
            <a:chOff x="2057401" y="1524000"/>
            <a:chExt cx="685800" cy="685800"/>
          </a:xfrm>
        </p:grpSpPr>
        <p:sp>
          <p:nvSpPr>
            <p:cNvPr id="2" name="円/楕円 1">
              <a:extLst>
                <a:ext uri="{FF2B5EF4-FFF2-40B4-BE49-F238E27FC236}">
                  <a16:creationId xmlns:a16="http://schemas.microsoft.com/office/drawing/2014/main" id="{FC243EE4-6CAC-95FB-B26E-6A6351673038}"/>
                </a:ext>
              </a:extLst>
            </p:cNvPr>
            <p:cNvSpPr/>
            <p:nvPr/>
          </p:nvSpPr>
          <p:spPr>
            <a:xfrm>
              <a:off x="2057401" y="1524000"/>
              <a:ext cx="685800" cy="685800"/>
            </a:xfrm>
            <a:prstGeom prst="ellipse">
              <a:avLst/>
            </a:prstGeom>
            <a:solidFill>
              <a:srgbClr val="2B4C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object 11">
              <a:extLst>
                <a:ext uri="{FF2B5EF4-FFF2-40B4-BE49-F238E27FC236}">
                  <a16:creationId xmlns:a16="http://schemas.microsoft.com/office/drawing/2014/main" id="{01430435-F226-DDDE-6434-4DED11ABEA2F}"/>
                </a:ext>
              </a:extLst>
            </p:cNvPr>
            <p:cNvSpPr txBox="1"/>
            <p:nvPr/>
          </p:nvSpPr>
          <p:spPr>
            <a:xfrm>
              <a:off x="2291913" y="1667850"/>
              <a:ext cx="216777" cy="436895"/>
            </a:xfrm>
            <a:prstGeom prst="rect">
              <a:avLst/>
            </a:prstGeom>
          </p:spPr>
          <p:txBody>
            <a:bodyPr vert="horz" wrap="square" lIns="0" tIns="5945" rIns="0" bIns="0" rtlCol="0">
              <a:spAutoFit/>
            </a:bodyPr>
            <a:lstStyle/>
            <a:p>
              <a:pPr marL="6257">
                <a:spcBef>
                  <a:spcPts val="47"/>
                </a:spcBef>
              </a:pPr>
              <a:endParaRPr lang="en-US" sz="2800" b="1" spc="20" dirty="0">
                <a:solidFill>
                  <a:schemeClr val="bg1"/>
                </a:solidFill>
                <a:latin typeface="+mn-lt"/>
                <a:cs typeface="Yu Gothic Pr6N B"/>
              </a:endParaRPr>
            </a:p>
          </p:txBody>
        </p:sp>
      </p:grpSp>
      <p:sp>
        <p:nvSpPr>
          <p:cNvPr id="36" name="object 14">
            <a:extLst>
              <a:ext uri="{FF2B5EF4-FFF2-40B4-BE49-F238E27FC236}">
                <a16:creationId xmlns:a16="http://schemas.microsoft.com/office/drawing/2014/main" id="{62542A9F-3345-47E8-AB8C-E159016B3D34}"/>
              </a:ext>
            </a:extLst>
          </p:cNvPr>
          <p:cNvSpPr txBox="1"/>
          <p:nvPr/>
        </p:nvSpPr>
        <p:spPr>
          <a:xfrm>
            <a:off x="1875229" y="1507210"/>
            <a:ext cx="6187971" cy="384467"/>
          </a:xfrm>
          <a:prstGeom prst="rect">
            <a:avLst/>
          </a:prstGeom>
        </p:spPr>
        <p:txBody>
          <a:bodyPr vert="horz" wrap="square" lIns="0" tIns="8448" rIns="0" bIns="0" rtlCol="0">
            <a:spAutoFit/>
          </a:bodyPr>
          <a:lstStyle/>
          <a:p>
            <a:pPr marL="6257">
              <a:lnSpc>
                <a:spcPct val="150000"/>
              </a:lnSpc>
              <a:spcBef>
                <a:spcPts val="67"/>
              </a:spcBef>
            </a:pPr>
            <a:r>
              <a:rPr lang="ja-JP" altLang="en-US" b="1" spc="-12" dirty="0">
                <a:solidFill>
                  <a:srgbClr val="2C4C76"/>
                </a:solidFill>
                <a:latin typeface="+mn-ea"/>
                <a:ea typeface="+mn-ea"/>
                <a:cs typeface="Yu Gothic Pr6N D"/>
              </a:rPr>
              <a:t>機能や特徴を押し出した訴求がメイン</a:t>
            </a:r>
          </a:p>
        </p:txBody>
      </p:sp>
      <p:sp>
        <p:nvSpPr>
          <p:cNvPr id="14" name="角丸四角形 13">
            <a:extLst>
              <a:ext uri="{FF2B5EF4-FFF2-40B4-BE49-F238E27FC236}">
                <a16:creationId xmlns:a16="http://schemas.microsoft.com/office/drawing/2014/main" id="{39F71772-214D-F1FA-923E-0BB245C7B78A}"/>
              </a:ext>
            </a:extLst>
          </p:cNvPr>
          <p:cNvSpPr/>
          <p:nvPr/>
        </p:nvSpPr>
        <p:spPr>
          <a:xfrm>
            <a:off x="1225108" y="3496965"/>
            <a:ext cx="7551563" cy="505455"/>
          </a:xfrm>
          <a:prstGeom prst="roundRect">
            <a:avLst>
              <a:gd name="adj" fmla="val 50000"/>
            </a:avLst>
          </a:prstGeom>
          <a:solidFill>
            <a:srgbClr val="DFE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E1CD7E13-774F-541D-BF08-08FD3063EA36}"/>
              </a:ext>
            </a:extLst>
          </p:cNvPr>
          <p:cNvGrpSpPr/>
          <p:nvPr/>
        </p:nvGrpSpPr>
        <p:grpSpPr>
          <a:xfrm>
            <a:off x="990600" y="3406796"/>
            <a:ext cx="685792" cy="685792"/>
            <a:chOff x="2057401" y="1524000"/>
            <a:chExt cx="685800" cy="685800"/>
          </a:xfrm>
        </p:grpSpPr>
        <p:sp>
          <p:nvSpPr>
            <p:cNvPr id="16" name="円/楕円 15">
              <a:extLst>
                <a:ext uri="{FF2B5EF4-FFF2-40B4-BE49-F238E27FC236}">
                  <a16:creationId xmlns:a16="http://schemas.microsoft.com/office/drawing/2014/main" id="{C81032F8-A667-8356-8AE5-ACBF2530C31F}"/>
                </a:ext>
              </a:extLst>
            </p:cNvPr>
            <p:cNvSpPr/>
            <p:nvPr/>
          </p:nvSpPr>
          <p:spPr>
            <a:xfrm>
              <a:off x="2057401" y="1524000"/>
              <a:ext cx="685800" cy="685800"/>
            </a:xfrm>
            <a:prstGeom prst="ellipse">
              <a:avLst/>
            </a:prstGeom>
            <a:solidFill>
              <a:srgbClr val="2B4C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object 11">
              <a:extLst>
                <a:ext uri="{FF2B5EF4-FFF2-40B4-BE49-F238E27FC236}">
                  <a16:creationId xmlns:a16="http://schemas.microsoft.com/office/drawing/2014/main" id="{DFD7529B-6D93-005D-1055-51B9572C08E2}"/>
                </a:ext>
              </a:extLst>
            </p:cNvPr>
            <p:cNvSpPr txBox="1"/>
            <p:nvPr/>
          </p:nvSpPr>
          <p:spPr>
            <a:xfrm>
              <a:off x="2291913" y="1667850"/>
              <a:ext cx="216777" cy="436895"/>
            </a:xfrm>
            <a:prstGeom prst="rect">
              <a:avLst/>
            </a:prstGeom>
          </p:spPr>
          <p:txBody>
            <a:bodyPr vert="horz" wrap="square" lIns="0" tIns="5945" rIns="0" bIns="0" rtlCol="0">
              <a:spAutoFit/>
            </a:bodyPr>
            <a:lstStyle/>
            <a:p>
              <a:pPr marL="6257">
                <a:spcBef>
                  <a:spcPts val="47"/>
                </a:spcBef>
              </a:pPr>
              <a:endParaRPr lang="en-US" sz="2800" b="1" spc="20" dirty="0">
                <a:solidFill>
                  <a:schemeClr val="bg1"/>
                </a:solidFill>
                <a:latin typeface="+mn-lt"/>
                <a:cs typeface="Yu Gothic Pr6N B"/>
              </a:endParaRPr>
            </a:p>
          </p:txBody>
        </p:sp>
      </p:grpSp>
      <p:sp>
        <p:nvSpPr>
          <p:cNvPr id="18" name="object 14">
            <a:extLst>
              <a:ext uri="{FF2B5EF4-FFF2-40B4-BE49-F238E27FC236}">
                <a16:creationId xmlns:a16="http://schemas.microsoft.com/office/drawing/2014/main" id="{AAC4A19C-9CD5-27C6-D232-AF546E661524}"/>
              </a:ext>
            </a:extLst>
          </p:cNvPr>
          <p:cNvSpPr txBox="1"/>
          <p:nvPr/>
        </p:nvSpPr>
        <p:spPr>
          <a:xfrm>
            <a:off x="1906903" y="3521349"/>
            <a:ext cx="6804001" cy="384467"/>
          </a:xfrm>
          <a:prstGeom prst="rect">
            <a:avLst/>
          </a:prstGeom>
        </p:spPr>
        <p:txBody>
          <a:bodyPr vert="horz" wrap="square" lIns="0" tIns="8448" rIns="0" bIns="0" rtlCol="0">
            <a:spAutoFit/>
          </a:bodyPr>
          <a:lstStyle/>
          <a:p>
            <a:pPr marL="6257">
              <a:lnSpc>
                <a:spcPct val="150000"/>
              </a:lnSpc>
              <a:spcBef>
                <a:spcPts val="67"/>
              </a:spcBef>
            </a:pPr>
            <a:r>
              <a:rPr lang="ja-JP" altLang="en-US" b="1" spc="-12" dirty="0">
                <a:solidFill>
                  <a:srgbClr val="2C4C76"/>
                </a:solidFill>
                <a:latin typeface="+mn-ea"/>
                <a:ea typeface="+mn-ea"/>
                <a:cs typeface="Yu Gothic Pr6N D"/>
              </a:rPr>
              <a:t>ターゲットを明確にした上で、インサイトを狙った便益を訴求</a:t>
            </a:r>
          </a:p>
        </p:txBody>
      </p:sp>
      <p:sp>
        <p:nvSpPr>
          <p:cNvPr id="7" name="スライド番号プレースホルダー 6">
            <a:extLst>
              <a:ext uri="{FF2B5EF4-FFF2-40B4-BE49-F238E27FC236}">
                <a16:creationId xmlns:a16="http://schemas.microsoft.com/office/drawing/2014/main" id="{3DFB3D2D-44BF-2986-3A18-5A3EF2F54B4D}"/>
              </a:ext>
            </a:extLst>
          </p:cNvPr>
          <p:cNvSpPr>
            <a:spLocks noGrp="1"/>
          </p:cNvSpPr>
          <p:nvPr>
            <p:ph type="sldNum" sz="quarter" idx="7"/>
          </p:nvPr>
        </p:nvSpPr>
        <p:spPr/>
        <p:txBody>
          <a:bodyPr/>
          <a:lstStyle/>
          <a:p>
            <a:fld id="{B6F15528-21DE-4FAA-801E-634DDDAF4B2B}" type="slidenum">
              <a:rPr lang="en-US" altLang="ja-JP" smtClean="0"/>
              <a:pPr/>
              <a:t>6</a:t>
            </a:fld>
            <a:endParaRPr lang="ja-JP" altLang="en-US" sz="1100" dirty="0"/>
          </a:p>
        </p:txBody>
      </p:sp>
      <p:sp>
        <p:nvSpPr>
          <p:cNvPr id="3" name="矢印: 下 2">
            <a:extLst>
              <a:ext uri="{FF2B5EF4-FFF2-40B4-BE49-F238E27FC236}">
                <a16:creationId xmlns:a16="http://schemas.microsoft.com/office/drawing/2014/main" id="{7EDDC8E3-3A34-1BBC-783E-9BD965C50176}"/>
              </a:ext>
            </a:extLst>
          </p:cNvPr>
          <p:cNvSpPr/>
          <p:nvPr/>
        </p:nvSpPr>
        <p:spPr>
          <a:xfrm>
            <a:off x="4533900" y="2875445"/>
            <a:ext cx="838200" cy="50545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object 14">
            <a:extLst>
              <a:ext uri="{FF2B5EF4-FFF2-40B4-BE49-F238E27FC236}">
                <a16:creationId xmlns:a16="http://schemas.microsoft.com/office/drawing/2014/main" id="{BFA56151-22D2-C370-81C0-30610ABC57BF}"/>
              </a:ext>
            </a:extLst>
          </p:cNvPr>
          <p:cNvSpPr txBox="1"/>
          <p:nvPr/>
        </p:nvSpPr>
        <p:spPr>
          <a:xfrm>
            <a:off x="1875228" y="4143372"/>
            <a:ext cx="6735371" cy="2254145"/>
          </a:xfrm>
          <a:prstGeom prst="rect">
            <a:avLst/>
          </a:prstGeom>
        </p:spPr>
        <p:txBody>
          <a:bodyPr vert="horz" wrap="square" lIns="0" tIns="8448" rIns="0" bIns="0" rtlCol="0">
            <a:spAutoFit/>
          </a:bodyPr>
          <a:lstStyle/>
          <a:p>
            <a:pPr marL="6257">
              <a:lnSpc>
                <a:spcPct val="150000"/>
              </a:lnSpc>
              <a:spcBef>
                <a:spcPts val="67"/>
              </a:spcBef>
            </a:pPr>
            <a:r>
              <a:rPr lang="ja-JP" altLang="en-US" sz="1600" spc="-12" dirty="0">
                <a:solidFill>
                  <a:srgbClr val="2C4C76"/>
                </a:solidFill>
                <a:latin typeface="+mn-ea"/>
                <a:ea typeface="+mn-ea"/>
                <a:cs typeface="Yu Gothic Pr6N D"/>
              </a:rPr>
              <a:t>■インサイト</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ふけ・かゆみも悩みだがそれによって起きる不便さを訴求して</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ユーザーに自分事化をさせる。</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■便益を訴求</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シャンプーの効果効能ももちろん訴求しつつ、このシャンプーを使う事で</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どうなれるか、をイメージさせる</a:t>
            </a:r>
            <a:r>
              <a:rPr lang="en-US" altLang="ja-JP" sz="1600" spc="-12" dirty="0">
                <a:solidFill>
                  <a:srgbClr val="2C4C76"/>
                </a:solidFill>
                <a:latin typeface="+mn-ea"/>
                <a:ea typeface="+mn-ea"/>
                <a:cs typeface="Yu Gothic Pr6N D"/>
              </a:rPr>
              <a:t>LP</a:t>
            </a:r>
            <a:r>
              <a:rPr lang="ja-JP" altLang="en-US" sz="1600" spc="-12" dirty="0">
                <a:solidFill>
                  <a:srgbClr val="2C4C76"/>
                </a:solidFill>
                <a:latin typeface="+mn-ea"/>
                <a:ea typeface="+mn-ea"/>
                <a:cs typeface="Yu Gothic Pr6N D"/>
              </a:rPr>
              <a:t>へ。</a:t>
            </a:r>
            <a:endParaRPr lang="en-US" altLang="ja-JP" sz="1600" spc="-12" dirty="0">
              <a:solidFill>
                <a:srgbClr val="2C4C76"/>
              </a:solidFill>
              <a:latin typeface="+mn-ea"/>
              <a:ea typeface="+mn-ea"/>
              <a:cs typeface="Yu Gothic Pr6N D"/>
            </a:endParaRPr>
          </a:p>
        </p:txBody>
      </p:sp>
    </p:spTree>
    <p:extLst>
      <p:ext uri="{BB962C8B-B14F-4D97-AF65-F5344CB8AC3E}">
        <p14:creationId xmlns:p14="http://schemas.microsoft.com/office/powerpoint/2010/main" val="4167557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B7D7-5786-30A4-B554-9D9F171B2B1E}"/>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CCC20774-DCFD-2EF4-32DA-B2921B45FE73}"/>
              </a:ext>
            </a:extLst>
          </p:cNvPr>
          <p:cNvSpPr>
            <a:spLocks noGrp="1"/>
          </p:cNvSpPr>
          <p:nvPr>
            <p:ph type="body" idx="1"/>
          </p:nvPr>
        </p:nvSpPr>
        <p:spPr>
          <a:xfrm>
            <a:off x="1724025" y="2751891"/>
            <a:ext cx="6457950" cy="677108"/>
          </a:xfrm>
        </p:spPr>
        <p:txBody>
          <a:bodyPr/>
          <a:lstStyle/>
          <a:p>
            <a:pPr algn="ctr"/>
            <a:r>
              <a:rPr kumimoji="1" lang="en-US" altLang="ja-JP" sz="4400" dirty="0"/>
              <a:t>LP</a:t>
            </a:r>
            <a:r>
              <a:rPr kumimoji="1" lang="ja-JP" altLang="en-US" sz="4400" dirty="0"/>
              <a:t>の戦略的リニューアル</a:t>
            </a:r>
          </a:p>
        </p:txBody>
      </p:sp>
      <p:sp>
        <p:nvSpPr>
          <p:cNvPr id="4" name="スライド番号プレースホルダー 3">
            <a:extLst>
              <a:ext uri="{FF2B5EF4-FFF2-40B4-BE49-F238E27FC236}">
                <a16:creationId xmlns:a16="http://schemas.microsoft.com/office/drawing/2014/main" id="{74C98A45-91EF-EDFD-B572-D7FD8ACFB394}"/>
              </a:ext>
            </a:extLst>
          </p:cNvPr>
          <p:cNvSpPr>
            <a:spLocks noGrp="1"/>
          </p:cNvSpPr>
          <p:nvPr>
            <p:ph type="sldNum" sz="quarter" idx="7"/>
          </p:nvPr>
        </p:nvSpPr>
        <p:spPr/>
        <p:txBody>
          <a:bodyPr/>
          <a:lstStyle/>
          <a:p>
            <a:fld id="{B6F15528-21DE-4FAA-801E-634DDDAF4B2B}" type="slidenum">
              <a:rPr lang="en-US" altLang="ja-JP" smtClean="0"/>
              <a:pPr/>
              <a:t>7</a:t>
            </a:fld>
            <a:endParaRPr lang="ja-JP" altLang="en-US" sz="1100" dirty="0"/>
          </a:p>
        </p:txBody>
      </p:sp>
    </p:spTree>
    <p:extLst>
      <p:ext uri="{BB962C8B-B14F-4D97-AF65-F5344CB8AC3E}">
        <p14:creationId xmlns:p14="http://schemas.microsoft.com/office/powerpoint/2010/main" val="3701490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0017A-AF3A-A477-DA46-63588115FC87}"/>
            </a:ext>
          </a:extLst>
        </p:cNvPr>
        <p:cNvGrpSpPr/>
        <p:nvPr/>
      </p:nvGrpSpPr>
      <p:grpSpPr>
        <a:xfrm>
          <a:off x="0" y="0"/>
          <a:ext cx="0" cy="0"/>
          <a:chOff x="0" y="0"/>
          <a:chExt cx="0" cy="0"/>
        </a:xfrm>
      </p:grpSpPr>
      <p:sp>
        <p:nvSpPr>
          <p:cNvPr id="30" name="object 14">
            <a:extLst>
              <a:ext uri="{FF2B5EF4-FFF2-40B4-BE49-F238E27FC236}">
                <a16:creationId xmlns:a16="http://schemas.microsoft.com/office/drawing/2014/main" id="{DB7BA7F0-299A-7BC9-7369-96867AFA238F}"/>
              </a:ext>
            </a:extLst>
          </p:cNvPr>
          <p:cNvSpPr txBox="1"/>
          <p:nvPr/>
        </p:nvSpPr>
        <p:spPr>
          <a:xfrm>
            <a:off x="1875229" y="2061723"/>
            <a:ext cx="7802171" cy="1107678"/>
          </a:xfrm>
          <a:prstGeom prst="rect">
            <a:avLst/>
          </a:prstGeom>
        </p:spPr>
        <p:txBody>
          <a:bodyPr vert="horz" wrap="square" lIns="0" tIns="8448" rIns="0" bIns="0" rtlCol="0">
            <a:spAutoFit/>
          </a:bodyPr>
          <a:lstStyle/>
          <a:p>
            <a:pPr marL="6257">
              <a:lnSpc>
                <a:spcPct val="150000"/>
              </a:lnSpc>
              <a:spcBef>
                <a:spcPts val="67"/>
              </a:spcBef>
            </a:pPr>
            <a:r>
              <a:rPr lang="en-US" altLang="ja-JP" sz="1600" spc="-12" dirty="0">
                <a:solidFill>
                  <a:srgbClr val="2C4C76"/>
                </a:solidFill>
                <a:latin typeface="+mn-ea"/>
                <a:ea typeface="+mn-ea"/>
                <a:cs typeface="Yu Gothic Pr6N D"/>
              </a:rPr>
              <a:t>30</a:t>
            </a:r>
            <a:r>
              <a:rPr lang="ja-JP" altLang="en-US" sz="1600" spc="-12" dirty="0">
                <a:solidFill>
                  <a:srgbClr val="2C4C76"/>
                </a:solidFill>
                <a:latin typeface="+mn-ea"/>
                <a:ea typeface="+mn-ea"/>
                <a:cs typeface="Yu Gothic Pr6N D"/>
              </a:rPr>
              <a:t>代～</a:t>
            </a:r>
            <a:r>
              <a:rPr lang="en-US" altLang="ja-JP" sz="1600" spc="-12" dirty="0">
                <a:solidFill>
                  <a:srgbClr val="2C4C76"/>
                </a:solidFill>
                <a:latin typeface="+mn-ea"/>
                <a:ea typeface="+mn-ea"/>
                <a:cs typeface="Yu Gothic Pr6N D"/>
              </a:rPr>
              <a:t>50</a:t>
            </a:r>
            <a:r>
              <a:rPr lang="ja-JP" altLang="en-US" sz="1600" spc="-12" dirty="0">
                <a:solidFill>
                  <a:srgbClr val="2C4C76"/>
                </a:solidFill>
                <a:latin typeface="+mn-ea"/>
                <a:ea typeface="+mn-ea"/>
                <a:cs typeface="Yu Gothic Pr6N D"/>
              </a:rPr>
              <a:t>代で、脂漏性頭皮に悩んでいる方。</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かつ、接客業や人前に出る機会が多い仕事やライフスタイルの中におり、</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b="1" spc="-12" dirty="0">
                <a:solidFill>
                  <a:srgbClr val="2C4C76"/>
                </a:solidFill>
                <a:latin typeface="+mn-ea"/>
                <a:ea typeface="+mn-ea"/>
                <a:cs typeface="Yu Gothic Pr6N D"/>
              </a:rPr>
              <a:t>色々な商品を試してきたが、どうにも改善しない</a:t>
            </a:r>
            <a:r>
              <a:rPr lang="ja-JP" altLang="en-US" sz="1600" spc="-12" dirty="0">
                <a:solidFill>
                  <a:srgbClr val="2C4C76"/>
                </a:solidFill>
                <a:latin typeface="+mn-ea"/>
                <a:ea typeface="+mn-ea"/>
                <a:cs typeface="Yu Gothic Pr6N D"/>
              </a:rPr>
              <a:t>方。</a:t>
            </a:r>
            <a:endParaRPr lang="en-US" altLang="ja-JP" sz="1050" spc="-12" dirty="0">
              <a:solidFill>
                <a:srgbClr val="2C4C76"/>
              </a:solidFill>
              <a:latin typeface="+mn-ea"/>
              <a:ea typeface="+mn-ea"/>
              <a:cs typeface="Yu Gothic Pr6N D"/>
            </a:endParaRPr>
          </a:p>
        </p:txBody>
      </p:sp>
      <p:sp>
        <p:nvSpPr>
          <p:cNvPr id="19" name="object 14">
            <a:extLst>
              <a:ext uri="{FF2B5EF4-FFF2-40B4-BE49-F238E27FC236}">
                <a16:creationId xmlns:a16="http://schemas.microsoft.com/office/drawing/2014/main" id="{EADAD6E3-5F05-3094-A138-71D7C0FE08F2}"/>
              </a:ext>
            </a:extLst>
          </p:cNvPr>
          <p:cNvSpPr txBox="1"/>
          <p:nvPr/>
        </p:nvSpPr>
        <p:spPr>
          <a:xfrm>
            <a:off x="1676392" y="4083387"/>
            <a:ext cx="7986681" cy="2254145"/>
          </a:xfrm>
          <a:prstGeom prst="rect">
            <a:avLst/>
          </a:prstGeom>
        </p:spPr>
        <p:txBody>
          <a:bodyPr vert="horz" wrap="square" lIns="0" tIns="8448" rIns="0" bIns="0" rtlCol="0">
            <a:spAutoFit/>
          </a:bodyPr>
          <a:lstStyle/>
          <a:p>
            <a:pPr marL="6257">
              <a:lnSpc>
                <a:spcPct val="150000"/>
              </a:lnSpc>
              <a:spcBef>
                <a:spcPts val="67"/>
              </a:spcBef>
            </a:pPr>
            <a:r>
              <a:rPr lang="ja-JP" altLang="en-US" sz="1600" spc="-12" dirty="0">
                <a:solidFill>
                  <a:srgbClr val="2C4C76"/>
                </a:solidFill>
                <a:latin typeface="+mn-ea"/>
                <a:ea typeface="+mn-ea"/>
                <a:cs typeface="Yu Gothic Pr6N D"/>
              </a:rPr>
              <a:t>・ふけで悩んでいる方</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ふけが気になって</a:t>
            </a:r>
            <a:r>
              <a:rPr lang="ja-JP" altLang="en-US" sz="1600" b="1" spc="-12" dirty="0">
                <a:solidFill>
                  <a:srgbClr val="2C4C76"/>
                </a:solidFill>
                <a:latin typeface="+mn-ea"/>
                <a:ea typeface="+mn-ea"/>
                <a:cs typeface="Yu Gothic Pr6N D"/>
              </a:rPr>
              <a:t>接客時や人前で話すときに集中ができない</a:t>
            </a:r>
            <a:endParaRPr lang="en-US" altLang="ja-JP" sz="1600" b="1" spc="-12" dirty="0">
              <a:solidFill>
                <a:srgbClr val="2C4C76"/>
              </a:solidFill>
              <a:latin typeface="+mn-ea"/>
              <a:ea typeface="+mn-ea"/>
              <a:cs typeface="Yu Gothic Pr6N D"/>
            </a:endParaRPr>
          </a:p>
          <a:p>
            <a:pPr marL="6257">
              <a:lnSpc>
                <a:spcPct val="150000"/>
              </a:lnSpc>
              <a:spcBef>
                <a:spcPts val="67"/>
              </a:spcBef>
            </a:pPr>
            <a:r>
              <a:rPr lang="ja-JP" altLang="en-US" sz="1600" b="1" spc="-12" dirty="0">
                <a:solidFill>
                  <a:srgbClr val="2C4C76"/>
                </a:solidFill>
                <a:latin typeface="+mn-ea"/>
                <a:ea typeface="+mn-ea"/>
                <a:cs typeface="Yu Gothic Pr6N D"/>
              </a:rPr>
              <a:t>相手に不快感を与えていないか</a:t>
            </a:r>
            <a:r>
              <a:rPr lang="ja-JP" altLang="en-US" sz="1600" spc="-12" dirty="0">
                <a:solidFill>
                  <a:srgbClr val="2C4C76"/>
                </a:solidFill>
                <a:latin typeface="+mn-ea"/>
                <a:ea typeface="+mn-ea"/>
                <a:cs typeface="Yu Gothic Pr6N D"/>
              </a:rPr>
              <a:t>神経質になってしまう</a:t>
            </a:r>
            <a:endParaRPr lang="en-US" altLang="ja-JP" sz="1600" spc="-12" dirty="0">
              <a:solidFill>
                <a:srgbClr val="2C4C76"/>
              </a:solidFill>
              <a:latin typeface="+mn-ea"/>
              <a:ea typeface="+mn-ea"/>
              <a:cs typeface="Yu Gothic Pr6N D"/>
            </a:endParaRPr>
          </a:p>
          <a:p>
            <a:pPr marL="6257">
              <a:lnSpc>
                <a:spcPct val="150000"/>
              </a:lnSpc>
              <a:spcBef>
                <a:spcPts val="67"/>
              </a:spcBef>
            </a:pP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・かゆみで悩んでいるかた</a:t>
            </a:r>
            <a:endParaRPr lang="en-US" altLang="ja-JP" sz="1600" spc="-12" dirty="0">
              <a:solidFill>
                <a:srgbClr val="2C4C76"/>
              </a:solidFill>
              <a:latin typeface="+mn-ea"/>
              <a:ea typeface="+mn-ea"/>
              <a:cs typeface="Yu Gothic Pr6N D"/>
            </a:endParaRPr>
          </a:p>
          <a:p>
            <a:pPr marL="6257">
              <a:lnSpc>
                <a:spcPct val="150000"/>
              </a:lnSpc>
              <a:spcBef>
                <a:spcPts val="67"/>
              </a:spcBef>
            </a:pPr>
            <a:r>
              <a:rPr lang="ja-JP" altLang="en-US" sz="1600" spc="-12" dirty="0">
                <a:solidFill>
                  <a:srgbClr val="2C4C76"/>
                </a:solidFill>
                <a:latin typeface="+mn-ea"/>
                <a:ea typeface="+mn-ea"/>
                <a:cs typeface="Yu Gothic Pr6N D"/>
              </a:rPr>
              <a:t>かゆくて、</a:t>
            </a:r>
            <a:r>
              <a:rPr lang="ja-JP" altLang="en-US" sz="1600" b="1" spc="-12" dirty="0">
                <a:solidFill>
                  <a:srgbClr val="2C4C76"/>
                </a:solidFill>
                <a:latin typeface="+mn-ea"/>
                <a:ea typeface="+mn-ea"/>
                <a:cs typeface="Yu Gothic Pr6N D"/>
              </a:rPr>
              <a:t>夜なかなか寝れず次の日の仕事に響いてしまう</a:t>
            </a:r>
          </a:p>
        </p:txBody>
      </p:sp>
      <p:sp>
        <p:nvSpPr>
          <p:cNvPr id="6" name="角丸四角形 5">
            <a:extLst>
              <a:ext uri="{FF2B5EF4-FFF2-40B4-BE49-F238E27FC236}">
                <a16:creationId xmlns:a16="http://schemas.microsoft.com/office/drawing/2014/main" id="{CB51C118-FB23-0654-E76D-EB2F6E49F255}"/>
              </a:ext>
            </a:extLst>
          </p:cNvPr>
          <p:cNvSpPr/>
          <p:nvPr/>
        </p:nvSpPr>
        <p:spPr>
          <a:xfrm>
            <a:off x="1225109" y="1481166"/>
            <a:ext cx="7551563" cy="505455"/>
          </a:xfrm>
          <a:prstGeom prst="roundRect">
            <a:avLst>
              <a:gd name="adj" fmla="val 50000"/>
            </a:avLst>
          </a:prstGeom>
          <a:solidFill>
            <a:srgbClr val="DFE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object 5">
            <a:extLst>
              <a:ext uri="{FF2B5EF4-FFF2-40B4-BE49-F238E27FC236}">
                <a16:creationId xmlns:a16="http://schemas.microsoft.com/office/drawing/2014/main" id="{A317224C-D708-EE1B-5D6C-819C0FFB80B6}"/>
              </a:ext>
            </a:extLst>
          </p:cNvPr>
          <p:cNvSpPr txBox="1">
            <a:spLocks noGrp="1"/>
          </p:cNvSpPr>
          <p:nvPr>
            <p:ph type="title"/>
          </p:nvPr>
        </p:nvSpPr>
        <p:spPr>
          <a:xfrm>
            <a:off x="623532" y="633778"/>
            <a:ext cx="5243868" cy="355951"/>
          </a:xfrm>
          <a:prstGeom prst="rect">
            <a:avLst/>
          </a:prstGeom>
        </p:spPr>
        <p:txBody>
          <a:bodyPr vert="horz" wrap="square" lIns="0" tIns="7196" rIns="0" bIns="0" rtlCol="0">
            <a:spAutoFit/>
          </a:bodyPr>
          <a:lstStyle/>
          <a:p>
            <a:pPr marL="6257">
              <a:spcBef>
                <a:spcPts val="56"/>
              </a:spcBef>
            </a:pPr>
            <a:r>
              <a:rPr lang="ja-JP" altLang="en-US" spc="94" dirty="0">
                <a:latin typeface="+mn-lt"/>
              </a:rPr>
              <a:t>ターゲット再設定（仮設定）</a:t>
            </a:r>
            <a:endParaRPr spc="94" dirty="0">
              <a:latin typeface="+mn-lt"/>
            </a:endParaRPr>
          </a:p>
        </p:txBody>
      </p:sp>
      <p:grpSp>
        <p:nvGrpSpPr>
          <p:cNvPr id="33" name="グループ化 32">
            <a:extLst>
              <a:ext uri="{FF2B5EF4-FFF2-40B4-BE49-F238E27FC236}">
                <a16:creationId xmlns:a16="http://schemas.microsoft.com/office/drawing/2014/main" id="{E26788EF-8B3A-4D2A-C9D8-46A797BDA7B8}"/>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6B273F28-BB3D-ADF3-1DAB-B51A1362D3AB}"/>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FB5A87AE-E40D-C3BA-D0FC-95AD7BA678B9}"/>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CA6522BF-DBDA-D607-8390-F59910F9BC91}"/>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D8FA04BD-AF41-730C-3BEB-0BC90B82ECE4}"/>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FB60F707-9836-5415-18BF-55A17E44E911}"/>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9D767763-1D00-A8B8-7EDE-7A271A7FACCB}"/>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20B69225-7D47-3419-BF9D-7C0BF056369D}"/>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grpSp>
        <p:nvGrpSpPr>
          <p:cNvPr id="4" name="グループ化 3">
            <a:extLst>
              <a:ext uri="{FF2B5EF4-FFF2-40B4-BE49-F238E27FC236}">
                <a16:creationId xmlns:a16="http://schemas.microsoft.com/office/drawing/2014/main" id="{368B3ED4-407A-6935-ECF0-DCC8C34830AA}"/>
              </a:ext>
            </a:extLst>
          </p:cNvPr>
          <p:cNvGrpSpPr/>
          <p:nvPr/>
        </p:nvGrpSpPr>
        <p:grpSpPr>
          <a:xfrm>
            <a:off x="990600" y="1371600"/>
            <a:ext cx="685792" cy="685792"/>
            <a:chOff x="2057401" y="1524000"/>
            <a:chExt cx="685800" cy="685800"/>
          </a:xfrm>
        </p:grpSpPr>
        <p:sp>
          <p:nvSpPr>
            <p:cNvPr id="2" name="円/楕円 1">
              <a:extLst>
                <a:ext uri="{FF2B5EF4-FFF2-40B4-BE49-F238E27FC236}">
                  <a16:creationId xmlns:a16="http://schemas.microsoft.com/office/drawing/2014/main" id="{5A5B54DE-35EE-8029-FD1B-02C6094BD76F}"/>
                </a:ext>
              </a:extLst>
            </p:cNvPr>
            <p:cNvSpPr/>
            <p:nvPr/>
          </p:nvSpPr>
          <p:spPr>
            <a:xfrm>
              <a:off x="2057401" y="1524000"/>
              <a:ext cx="685800" cy="685800"/>
            </a:xfrm>
            <a:prstGeom prst="ellipse">
              <a:avLst/>
            </a:prstGeom>
            <a:solidFill>
              <a:srgbClr val="2B4C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object 11">
              <a:extLst>
                <a:ext uri="{FF2B5EF4-FFF2-40B4-BE49-F238E27FC236}">
                  <a16:creationId xmlns:a16="http://schemas.microsoft.com/office/drawing/2014/main" id="{70313D9B-6E0D-2723-BEE6-2365B21120C0}"/>
                </a:ext>
              </a:extLst>
            </p:cNvPr>
            <p:cNvSpPr txBox="1"/>
            <p:nvPr/>
          </p:nvSpPr>
          <p:spPr>
            <a:xfrm>
              <a:off x="2291913" y="1667850"/>
              <a:ext cx="216777" cy="436895"/>
            </a:xfrm>
            <a:prstGeom prst="rect">
              <a:avLst/>
            </a:prstGeom>
          </p:spPr>
          <p:txBody>
            <a:bodyPr vert="horz" wrap="square" lIns="0" tIns="5945" rIns="0" bIns="0" rtlCol="0">
              <a:spAutoFit/>
            </a:bodyPr>
            <a:lstStyle/>
            <a:p>
              <a:pPr marL="6257">
                <a:spcBef>
                  <a:spcPts val="47"/>
                </a:spcBef>
              </a:pPr>
              <a:endParaRPr lang="en-US" sz="2800" b="1" spc="20" dirty="0">
                <a:solidFill>
                  <a:schemeClr val="bg1"/>
                </a:solidFill>
                <a:latin typeface="+mn-lt"/>
                <a:cs typeface="Yu Gothic Pr6N B"/>
              </a:endParaRPr>
            </a:p>
          </p:txBody>
        </p:sp>
      </p:grpSp>
      <p:sp>
        <p:nvSpPr>
          <p:cNvPr id="36" name="object 14">
            <a:extLst>
              <a:ext uri="{FF2B5EF4-FFF2-40B4-BE49-F238E27FC236}">
                <a16:creationId xmlns:a16="http://schemas.microsoft.com/office/drawing/2014/main" id="{33518A7A-BE23-1902-83BD-9CC8632613BF}"/>
              </a:ext>
            </a:extLst>
          </p:cNvPr>
          <p:cNvSpPr txBox="1"/>
          <p:nvPr/>
        </p:nvSpPr>
        <p:spPr>
          <a:xfrm>
            <a:off x="1875229" y="1507210"/>
            <a:ext cx="6187971" cy="384467"/>
          </a:xfrm>
          <a:prstGeom prst="rect">
            <a:avLst/>
          </a:prstGeom>
        </p:spPr>
        <p:txBody>
          <a:bodyPr vert="horz" wrap="square" lIns="0" tIns="8448" rIns="0" bIns="0" rtlCol="0">
            <a:spAutoFit/>
          </a:bodyPr>
          <a:lstStyle/>
          <a:p>
            <a:pPr marL="6257">
              <a:lnSpc>
                <a:spcPct val="150000"/>
              </a:lnSpc>
              <a:spcBef>
                <a:spcPts val="67"/>
              </a:spcBef>
            </a:pPr>
            <a:r>
              <a:rPr lang="ja-JP" altLang="en-US" b="1" spc="-12" dirty="0">
                <a:solidFill>
                  <a:srgbClr val="2C4C76"/>
                </a:solidFill>
                <a:latin typeface="+mn-ea"/>
                <a:ea typeface="+mn-ea"/>
                <a:cs typeface="Yu Gothic Pr6N D"/>
              </a:rPr>
              <a:t>メインターゲット</a:t>
            </a:r>
          </a:p>
        </p:txBody>
      </p:sp>
      <p:sp>
        <p:nvSpPr>
          <p:cNvPr id="14" name="角丸四角形 13">
            <a:extLst>
              <a:ext uri="{FF2B5EF4-FFF2-40B4-BE49-F238E27FC236}">
                <a16:creationId xmlns:a16="http://schemas.microsoft.com/office/drawing/2014/main" id="{A422FEA2-0FE7-D1D8-BE8C-090A9F622BA8}"/>
              </a:ext>
            </a:extLst>
          </p:cNvPr>
          <p:cNvSpPr/>
          <p:nvPr/>
        </p:nvSpPr>
        <p:spPr>
          <a:xfrm>
            <a:off x="1225109" y="3393470"/>
            <a:ext cx="7551563" cy="505455"/>
          </a:xfrm>
          <a:prstGeom prst="roundRect">
            <a:avLst>
              <a:gd name="adj" fmla="val 50000"/>
            </a:avLst>
          </a:prstGeom>
          <a:solidFill>
            <a:srgbClr val="DFE8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A9D4E512-4BA1-7256-E0F2-847B48554BF1}"/>
              </a:ext>
            </a:extLst>
          </p:cNvPr>
          <p:cNvGrpSpPr/>
          <p:nvPr/>
        </p:nvGrpSpPr>
        <p:grpSpPr>
          <a:xfrm>
            <a:off x="983512" y="3352800"/>
            <a:ext cx="685792" cy="685792"/>
            <a:chOff x="2057401" y="1524000"/>
            <a:chExt cx="685800" cy="685800"/>
          </a:xfrm>
        </p:grpSpPr>
        <p:sp>
          <p:nvSpPr>
            <p:cNvPr id="16" name="円/楕円 15">
              <a:extLst>
                <a:ext uri="{FF2B5EF4-FFF2-40B4-BE49-F238E27FC236}">
                  <a16:creationId xmlns:a16="http://schemas.microsoft.com/office/drawing/2014/main" id="{60718589-DE37-1018-70AE-B5CBAAC46BCD}"/>
                </a:ext>
              </a:extLst>
            </p:cNvPr>
            <p:cNvSpPr/>
            <p:nvPr/>
          </p:nvSpPr>
          <p:spPr>
            <a:xfrm>
              <a:off x="2057401" y="1524000"/>
              <a:ext cx="685800" cy="685800"/>
            </a:xfrm>
            <a:prstGeom prst="ellipse">
              <a:avLst/>
            </a:prstGeom>
            <a:solidFill>
              <a:srgbClr val="2B4C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object 11">
              <a:extLst>
                <a:ext uri="{FF2B5EF4-FFF2-40B4-BE49-F238E27FC236}">
                  <a16:creationId xmlns:a16="http://schemas.microsoft.com/office/drawing/2014/main" id="{C4B1ABA7-23BA-4636-2ED3-85239410A9AE}"/>
                </a:ext>
              </a:extLst>
            </p:cNvPr>
            <p:cNvSpPr txBox="1"/>
            <p:nvPr/>
          </p:nvSpPr>
          <p:spPr>
            <a:xfrm>
              <a:off x="2291913" y="1667850"/>
              <a:ext cx="216777" cy="436895"/>
            </a:xfrm>
            <a:prstGeom prst="rect">
              <a:avLst/>
            </a:prstGeom>
          </p:spPr>
          <p:txBody>
            <a:bodyPr vert="horz" wrap="square" lIns="0" tIns="5945" rIns="0" bIns="0" rtlCol="0">
              <a:spAutoFit/>
            </a:bodyPr>
            <a:lstStyle/>
            <a:p>
              <a:pPr marL="6257">
                <a:spcBef>
                  <a:spcPts val="47"/>
                </a:spcBef>
              </a:pPr>
              <a:endParaRPr lang="en-US" sz="2800" b="1" spc="20" dirty="0">
                <a:solidFill>
                  <a:schemeClr val="bg1"/>
                </a:solidFill>
                <a:latin typeface="+mn-lt"/>
                <a:cs typeface="Yu Gothic Pr6N B"/>
              </a:endParaRPr>
            </a:p>
          </p:txBody>
        </p:sp>
      </p:grpSp>
      <p:sp>
        <p:nvSpPr>
          <p:cNvPr id="18" name="object 14">
            <a:extLst>
              <a:ext uri="{FF2B5EF4-FFF2-40B4-BE49-F238E27FC236}">
                <a16:creationId xmlns:a16="http://schemas.microsoft.com/office/drawing/2014/main" id="{F3817883-F345-6054-8939-76F05CD4CE39}"/>
              </a:ext>
            </a:extLst>
          </p:cNvPr>
          <p:cNvSpPr txBox="1"/>
          <p:nvPr/>
        </p:nvSpPr>
        <p:spPr>
          <a:xfrm>
            <a:off x="1910901" y="3429000"/>
            <a:ext cx="6187971" cy="384467"/>
          </a:xfrm>
          <a:prstGeom prst="rect">
            <a:avLst/>
          </a:prstGeom>
        </p:spPr>
        <p:txBody>
          <a:bodyPr vert="horz" wrap="square" lIns="0" tIns="8448" rIns="0" bIns="0" rtlCol="0">
            <a:spAutoFit/>
          </a:bodyPr>
          <a:lstStyle/>
          <a:p>
            <a:pPr marL="6257">
              <a:lnSpc>
                <a:spcPct val="150000"/>
              </a:lnSpc>
              <a:spcBef>
                <a:spcPts val="67"/>
              </a:spcBef>
            </a:pPr>
            <a:r>
              <a:rPr lang="ja-JP" altLang="en-US" b="1" spc="-12" dirty="0">
                <a:solidFill>
                  <a:srgbClr val="2C4C76"/>
                </a:solidFill>
                <a:latin typeface="+mn-ea"/>
                <a:ea typeface="+mn-ea"/>
                <a:cs typeface="Yu Gothic Pr6N D"/>
              </a:rPr>
              <a:t>ターゲットの真のインサイトを訴求する</a:t>
            </a:r>
          </a:p>
        </p:txBody>
      </p:sp>
      <p:sp>
        <p:nvSpPr>
          <p:cNvPr id="7" name="スライド番号プレースホルダー 6">
            <a:extLst>
              <a:ext uri="{FF2B5EF4-FFF2-40B4-BE49-F238E27FC236}">
                <a16:creationId xmlns:a16="http://schemas.microsoft.com/office/drawing/2014/main" id="{4034482F-1547-B1D2-A27E-983D1F737400}"/>
              </a:ext>
            </a:extLst>
          </p:cNvPr>
          <p:cNvSpPr>
            <a:spLocks noGrp="1"/>
          </p:cNvSpPr>
          <p:nvPr>
            <p:ph type="sldNum" sz="quarter" idx="7"/>
          </p:nvPr>
        </p:nvSpPr>
        <p:spPr/>
        <p:txBody>
          <a:bodyPr/>
          <a:lstStyle/>
          <a:p>
            <a:fld id="{B6F15528-21DE-4FAA-801E-634DDDAF4B2B}" type="slidenum">
              <a:rPr lang="en-US" altLang="ja-JP" smtClean="0"/>
              <a:pPr/>
              <a:t>8</a:t>
            </a:fld>
            <a:endParaRPr lang="ja-JP" altLang="en-US" sz="1100" dirty="0"/>
          </a:p>
        </p:txBody>
      </p:sp>
    </p:spTree>
    <p:extLst>
      <p:ext uri="{BB962C8B-B14F-4D97-AF65-F5344CB8AC3E}">
        <p14:creationId xmlns:p14="http://schemas.microsoft.com/office/powerpoint/2010/main" val="663843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A9DBD-5BA4-DE0F-E860-C746C8CB1815}"/>
            </a:ext>
          </a:extLst>
        </p:cNvPr>
        <p:cNvGrpSpPr/>
        <p:nvPr/>
      </p:nvGrpSpPr>
      <p:grpSpPr>
        <a:xfrm>
          <a:off x="0" y="0"/>
          <a:ext cx="0" cy="0"/>
          <a:chOff x="0" y="0"/>
          <a:chExt cx="0" cy="0"/>
        </a:xfrm>
      </p:grpSpPr>
      <p:sp>
        <p:nvSpPr>
          <p:cNvPr id="19" name="object 14">
            <a:extLst>
              <a:ext uri="{FF2B5EF4-FFF2-40B4-BE49-F238E27FC236}">
                <a16:creationId xmlns:a16="http://schemas.microsoft.com/office/drawing/2014/main" id="{48019B56-BF9D-5812-A912-94A4037ED741}"/>
              </a:ext>
            </a:extLst>
          </p:cNvPr>
          <p:cNvSpPr txBox="1"/>
          <p:nvPr/>
        </p:nvSpPr>
        <p:spPr>
          <a:xfrm>
            <a:off x="959659" y="1274039"/>
            <a:ext cx="7986681" cy="1076580"/>
          </a:xfrm>
          <a:prstGeom prst="rect">
            <a:avLst/>
          </a:prstGeom>
        </p:spPr>
        <p:txBody>
          <a:bodyPr vert="horz" wrap="square" lIns="0" tIns="8448" rIns="0" bIns="0" rtlCol="0">
            <a:spAutoFit/>
          </a:bodyPr>
          <a:lstStyle/>
          <a:p>
            <a:pPr marL="6257" algn="ctr">
              <a:lnSpc>
                <a:spcPct val="150000"/>
              </a:lnSpc>
              <a:spcBef>
                <a:spcPts val="67"/>
              </a:spcBef>
            </a:pPr>
            <a:r>
              <a:rPr lang="en-US" altLang="ja-JP" sz="2400" b="1" spc="-12" dirty="0">
                <a:solidFill>
                  <a:srgbClr val="2C4C76"/>
                </a:solidFill>
                <a:latin typeface="+mn-ea"/>
                <a:ea typeface="+mn-ea"/>
                <a:cs typeface="Yu Gothic Pr6N D"/>
              </a:rPr>
              <a:t>LP</a:t>
            </a:r>
            <a:r>
              <a:rPr lang="ja-JP" altLang="en-US" sz="2400" b="1" spc="-12" dirty="0">
                <a:solidFill>
                  <a:srgbClr val="2C4C76"/>
                </a:solidFill>
                <a:latin typeface="+mn-ea"/>
                <a:ea typeface="+mn-ea"/>
                <a:cs typeface="Yu Gothic Pr6N D"/>
              </a:rPr>
              <a:t>を課題に合わせて</a:t>
            </a:r>
            <a:r>
              <a:rPr lang="en-US" altLang="ja-JP" sz="2400" b="1" spc="-12" dirty="0">
                <a:solidFill>
                  <a:srgbClr val="2C4C76"/>
                </a:solidFill>
                <a:latin typeface="+mn-ea"/>
                <a:ea typeface="+mn-ea"/>
                <a:cs typeface="Yu Gothic Pr6N D"/>
              </a:rPr>
              <a:t>2</a:t>
            </a:r>
            <a:r>
              <a:rPr lang="ja-JP" altLang="en-US" sz="2400" b="1" spc="-12" dirty="0">
                <a:solidFill>
                  <a:srgbClr val="2C4C76"/>
                </a:solidFill>
                <a:latin typeface="+mn-ea"/>
                <a:ea typeface="+mn-ea"/>
                <a:cs typeface="Yu Gothic Pr6N D"/>
              </a:rPr>
              <a:t>枚制作し、</a:t>
            </a:r>
            <a:endParaRPr lang="en-US" altLang="ja-JP" sz="2400" b="1" spc="-12" dirty="0">
              <a:solidFill>
                <a:srgbClr val="2C4C76"/>
              </a:solidFill>
              <a:latin typeface="+mn-ea"/>
              <a:ea typeface="+mn-ea"/>
              <a:cs typeface="Yu Gothic Pr6N D"/>
            </a:endParaRPr>
          </a:p>
          <a:p>
            <a:pPr marL="6257" algn="ctr">
              <a:lnSpc>
                <a:spcPct val="150000"/>
              </a:lnSpc>
              <a:spcBef>
                <a:spcPts val="67"/>
              </a:spcBef>
            </a:pPr>
            <a:r>
              <a:rPr lang="ja-JP" altLang="en-US" sz="2400" b="1" spc="-12" dirty="0">
                <a:solidFill>
                  <a:srgbClr val="2C4C76"/>
                </a:solidFill>
                <a:latin typeface="+mn-ea"/>
                <a:ea typeface="+mn-ea"/>
                <a:cs typeface="Yu Gothic Pr6N D"/>
              </a:rPr>
              <a:t>広告と</a:t>
            </a:r>
            <a:r>
              <a:rPr lang="en-US" altLang="ja-JP" sz="2400" b="1" spc="-12" dirty="0">
                <a:solidFill>
                  <a:srgbClr val="2C4C76"/>
                </a:solidFill>
                <a:latin typeface="+mn-ea"/>
                <a:ea typeface="+mn-ea"/>
                <a:cs typeface="Yu Gothic Pr6N D"/>
              </a:rPr>
              <a:t>LP</a:t>
            </a:r>
            <a:r>
              <a:rPr lang="ja-JP" altLang="en-US" sz="2400" b="1" spc="-12" dirty="0">
                <a:solidFill>
                  <a:srgbClr val="2C4C76"/>
                </a:solidFill>
                <a:latin typeface="+mn-ea"/>
                <a:ea typeface="+mn-ea"/>
                <a:cs typeface="Yu Gothic Pr6N D"/>
              </a:rPr>
              <a:t>を完全一致させ、</a:t>
            </a:r>
            <a:r>
              <a:rPr lang="en-US" altLang="ja-JP" sz="2400" b="1" spc="-12" dirty="0">
                <a:solidFill>
                  <a:srgbClr val="2C4C76"/>
                </a:solidFill>
                <a:latin typeface="+mn-ea"/>
                <a:ea typeface="+mn-ea"/>
                <a:cs typeface="Yu Gothic Pr6N D"/>
              </a:rPr>
              <a:t>AB</a:t>
            </a:r>
            <a:r>
              <a:rPr lang="ja-JP" altLang="en-US" sz="2400" b="1" spc="-12" dirty="0">
                <a:solidFill>
                  <a:srgbClr val="2C4C76"/>
                </a:solidFill>
                <a:latin typeface="+mn-ea"/>
                <a:ea typeface="+mn-ea"/>
                <a:cs typeface="Yu Gothic Pr6N D"/>
              </a:rPr>
              <a:t>テストをしましょう。</a:t>
            </a:r>
          </a:p>
        </p:txBody>
      </p:sp>
      <p:sp>
        <p:nvSpPr>
          <p:cNvPr id="5" name="object 5">
            <a:extLst>
              <a:ext uri="{FF2B5EF4-FFF2-40B4-BE49-F238E27FC236}">
                <a16:creationId xmlns:a16="http://schemas.microsoft.com/office/drawing/2014/main" id="{B12204C1-D560-F0D7-EEA3-7A9E9589A375}"/>
              </a:ext>
            </a:extLst>
          </p:cNvPr>
          <p:cNvSpPr txBox="1">
            <a:spLocks noGrp="1"/>
          </p:cNvSpPr>
          <p:nvPr>
            <p:ph type="title"/>
          </p:nvPr>
        </p:nvSpPr>
        <p:spPr>
          <a:xfrm>
            <a:off x="623532" y="633778"/>
            <a:ext cx="5243868" cy="355951"/>
          </a:xfrm>
          <a:prstGeom prst="rect">
            <a:avLst/>
          </a:prstGeom>
        </p:spPr>
        <p:txBody>
          <a:bodyPr vert="horz" wrap="square" lIns="0" tIns="7196" rIns="0" bIns="0" rtlCol="0">
            <a:spAutoFit/>
          </a:bodyPr>
          <a:lstStyle/>
          <a:p>
            <a:pPr marL="6257">
              <a:spcBef>
                <a:spcPts val="56"/>
              </a:spcBef>
            </a:pPr>
            <a:r>
              <a:rPr lang="en-US" altLang="ja-JP" spc="94" dirty="0">
                <a:latin typeface="+mn-lt"/>
              </a:rPr>
              <a:t>WCA</a:t>
            </a:r>
            <a:r>
              <a:rPr lang="ja-JP" altLang="en-US" spc="94" dirty="0">
                <a:latin typeface="+mn-lt"/>
              </a:rPr>
              <a:t>からのご提案</a:t>
            </a:r>
            <a:endParaRPr spc="94" dirty="0">
              <a:latin typeface="+mn-lt"/>
            </a:endParaRPr>
          </a:p>
        </p:txBody>
      </p:sp>
      <p:grpSp>
        <p:nvGrpSpPr>
          <p:cNvPr id="33" name="グループ化 32">
            <a:extLst>
              <a:ext uri="{FF2B5EF4-FFF2-40B4-BE49-F238E27FC236}">
                <a16:creationId xmlns:a16="http://schemas.microsoft.com/office/drawing/2014/main" id="{15B63F6C-9B01-D528-E425-DF66CD107B3E}"/>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626E0719-9964-E687-6EA2-29728E5B5955}"/>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204427F0-E21C-FAF5-10D0-876EBFDE440F}"/>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B2011B46-1C16-12E8-DDCF-95115D65C090}"/>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636927B0-6AAD-5F40-6B7E-9035CD328EA6}"/>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7502764E-0025-5292-F2F2-709416DC8B31}"/>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343777DF-7F8F-EF33-9D6F-A9FDF74AA957}"/>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A5EF9E3D-F52D-D8D4-D5A8-DA8022C80C40}"/>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7" name="スライド番号プレースホルダー 6">
            <a:extLst>
              <a:ext uri="{FF2B5EF4-FFF2-40B4-BE49-F238E27FC236}">
                <a16:creationId xmlns:a16="http://schemas.microsoft.com/office/drawing/2014/main" id="{3CEB379D-5982-4930-0E82-E27840DE368F}"/>
              </a:ext>
            </a:extLst>
          </p:cNvPr>
          <p:cNvSpPr>
            <a:spLocks noGrp="1"/>
          </p:cNvSpPr>
          <p:nvPr>
            <p:ph type="sldNum" sz="quarter" idx="7"/>
          </p:nvPr>
        </p:nvSpPr>
        <p:spPr/>
        <p:txBody>
          <a:bodyPr/>
          <a:lstStyle/>
          <a:p>
            <a:fld id="{B6F15528-21DE-4FAA-801E-634DDDAF4B2B}" type="slidenum">
              <a:rPr lang="en-US" altLang="ja-JP" smtClean="0"/>
              <a:pPr/>
              <a:t>9</a:t>
            </a:fld>
            <a:endParaRPr lang="ja-JP" altLang="en-US" sz="1100" dirty="0"/>
          </a:p>
        </p:txBody>
      </p:sp>
      <p:sp>
        <p:nvSpPr>
          <p:cNvPr id="3" name="object 14">
            <a:extLst>
              <a:ext uri="{FF2B5EF4-FFF2-40B4-BE49-F238E27FC236}">
                <a16:creationId xmlns:a16="http://schemas.microsoft.com/office/drawing/2014/main" id="{58450EBE-B766-58B1-CE1F-DF656B54C6D1}"/>
              </a:ext>
            </a:extLst>
          </p:cNvPr>
          <p:cNvSpPr txBox="1"/>
          <p:nvPr/>
        </p:nvSpPr>
        <p:spPr>
          <a:xfrm>
            <a:off x="959659" y="2439064"/>
            <a:ext cx="7986681" cy="3991287"/>
          </a:xfrm>
          <a:prstGeom prst="rect">
            <a:avLst/>
          </a:prstGeom>
        </p:spPr>
        <p:txBody>
          <a:bodyPr vert="horz" wrap="square" lIns="0" tIns="8448" rIns="0" bIns="0" rtlCol="0">
            <a:spAutoFit/>
          </a:bodyPr>
          <a:lstStyle/>
          <a:p>
            <a:pPr marL="6257">
              <a:lnSpc>
                <a:spcPct val="150000"/>
              </a:lnSpc>
              <a:spcBef>
                <a:spcPts val="67"/>
              </a:spcBef>
            </a:pPr>
            <a:r>
              <a:rPr lang="ja-JP" altLang="en-US" spc="-12" dirty="0">
                <a:solidFill>
                  <a:srgbClr val="2C4C76"/>
                </a:solidFill>
                <a:latin typeface="+mn-ea"/>
                <a:ea typeface="+mn-ea"/>
                <a:cs typeface="Yu Gothic Pr6N D"/>
              </a:rPr>
              <a:t>前頁で記載の通り、検索キーワードでは「ふけかゆみ」とワードがセットに</a:t>
            </a:r>
            <a:endParaRPr lang="en-US" altLang="ja-JP" spc="-12" dirty="0">
              <a:solidFill>
                <a:srgbClr val="2C4C76"/>
              </a:solidFill>
              <a:latin typeface="+mn-ea"/>
              <a:ea typeface="+mn-ea"/>
              <a:cs typeface="Yu Gothic Pr6N D"/>
            </a:endParaRPr>
          </a:p>
          <a:p>
            <a:pPr marL="6257">
              <a:lnSpc>
                <a:spcPct val="150000"/>
              </a:lnSpc>
              <a:spcBef>
                <a:spcPts val="67"/>
              </a:spcBef>
            </a:pPr>
            <a:r>
              <a:rPr lang="ja-JP" altLang="en-US" spc="-12" dirty="0">
                <a:solidFill>
                  <a:srgbClr val="2C4C76"/>
                </a:solidFill>
                <a:latin typeface="+mn-ea"/>
                <a:ea typeface="+mn-ea"/>
                <a:cs typeface="Yu Gothic Pr6N D"/>
              </a:rPr>
              <a:t>なっておりますが、</a:t>
            </a:r>
            <a:r>
              <a:rPr lang="ja-JP" altLang="en-US" b="1" spc="-12" dirty="0">
                <a:solidFill>
                  <a:srgbClr val="2C4C76"/>
                </a:solidFill>
                <a:latin typeface="+mn-ea"/>
                <a:ea typeface="+mn-ea"/>
                <a:cs typeface="Yu Gothic Pr6N D"/>
              </a:rPr>
              <a:t>ふけとかゆみでそれぞれ悩みの内容は違う</a:t>
            </a:r>
            <a:r>
              <a:rPr lang="ja-JP" altLang="en-US" spc="-12" dirty="0">
                <a:solidFill>
                  <a:srgbClr val="2C4C76"/>
                </a:solidFill>
                <a:latin typeface="+mn-ea"/>
                <a:ea typeface="+mn-ea"/>
                <a:cs typeface="Yu Gothic Pr6N D"/>
              </a:rPr>
              <a:t>と思います。</a:t>
            </a:r>
            <a:endParaRPr lang="en-US" altLang="ja-JP" spc="-12" dirty="0">
              <a:solidFill>
                <a:srgbClr val="2C4C76"/>
              </a:solidFill>
              <a:latin typeface="+mn-ea"/>
              <a:ea typeface="+mn-ea"/>
              <a:cs typeface="Yu Gothic Pr6N D"/>
            </a:endParaRPr>
          </a:p>
          <a:p>
            <a:pPr marL="6257">
              <a:lnSpc>
                <a:spcPct val="150000"/>
              </a:lnSpc>
              <a:spcBef>
                <a:spcPts val="67"/>
              </a:spcBef>
            </a:pPr>
            <a:endParaRPr lang="en-US" altLang="ja-JP" spc="-12" dirty="0">
              <a:solidFill>
                <a:srgbClr val="2C4C76"/>
              </a:solidFill>
              <a:latin typeface="+mn-ea"/>
              <a:ea typeface="+mn-ea"/>
              <a:cs typeface="Yu Gothic Pr6N D"/>
            </a:endParaRPr>
          </a:p>
          <a:p>
            <a:pPr marL="6257">
              <a:lnSpc>
                <a:spcPct val="150000"/>
              </a:lnSpc>
              <a:spcBef>
                <a:spcPts val="67"/>
              </a:spcBef>
            </a:pPr>
            <a:r>
              <a:rPr lang="ja-JP" altLang="en-US" spc="-12" dirty="0">
                <a:solidFill>
                  <a:srgbClr val="2C4C76"/>
                </a:solidFill>
                <a:latin typeface="+mn-ea"/>
                <a:ea typeface="+mn-ea"/>
                <a:cs typeface="Yu Gothic Pr6N D"/>
              </a:rPr>
              <a:t>■</a:t>
            </a:r>
            <a:r>
              <a:rPr lang="en-US" altLang="ja-JP" spc="-12" dirty="0">
                <a:solidFill>
                  <a:srgbClr val="2C4C76"/>
                </a:solidFill>
                <a:latin typeface="+mn-ea"/>
                <a:ea typeface="+mn-ea"/>
                <a:cs typeface="Yu Gothic Pr6N D"/>
              </a:rPr>
              <a:t>2</a:t>
            </a:r>
            <a:r>
              <a:rPr lang="ja-JP" altLang="en-US" spc="-12" dirty="0">
                <a:solidFill>
                  <a:srgbClr val="2C4C76"/>
                </a:solidFill>
                <a:latin typeface="+mn-ea"/>
                <a:ea typeface="+mn-ea"/>
                <a:cs typeface="Yu Gothic Pr6N D"/>
              </a:rPr>
              <a:t>枚の</a:t>
            </a:r>
            <a:r>
              <a:rPr lang="en-US" altLang="ja-JP" spc="-12" dirty="0">
                <a:solidFill>
                  <a:srgbClr val="2C4C76"/>
                </a:solidFill>
                <a:latin typeface="+mn-ea"/>
                <a:ea typeface="+mn-ea"/>
                <a:cs typeface="Yu Gothic Pr6N D"/>
              </a:rPr>
              <a:t>LP</a:t>
            </a:r>
            <a:r>
              <a:rPr lang="ja-JP" altLang="en-US" spc="-12" dirty="0">
                <a:solidFill>
                  <a:srgbClr val="2C4C76"/>
                </a:solidFill>
                <a:latin typeface="+mn-ea"/>
                <a:ea typeface="+mn-ea"/>
                <a:cs typeface="Yu Gothic Pr6N D"/>
              </a:rPr>
              <a:t>の訴求軸</a:t>
            </a:r>
            <a:endParaRPr lang="en-US" altLang="ja-JP" spc="-12" dirty="0">
              <a:solidFill>
                <a:srgbClr val="2C4C76"/>
              </a:solidFill>
              <a:latin typeface="+mn-ea"/>
              <a:ea typeface="+mn-ea"/>
              <a:cs typeface="Yu Gothic Pr6N D"/>
            </a:endParaRPr>
          </a:p>
          <a:p>
            <a:pPr marL="6257">
              <a:lnSpc>
                <a:spcPct val="150000"/>
              </a:lnSpc>
              <a:spcBef>
                <a:spcPts val="67"/>
              </a:spcBef>
            </a:pPr>
            <a:r>
              <a:rPr lang="en-US" altLang="ja-JP" spc="-12" dirty="0">
                <a:solidFill>
                  <a:srgbClr val="2C4C76"/>
                </a:solidFill>
                <a:latin typeface="+mn-ea"/>
                <a:ea typeface="+mn-ea"/>
                <a:cs typeface="Yu Gothic Pr6N D"/>
              </a:rPr>
              <a:t>LP</a:t>
            </a:r>
            <a:r>
              <a:rPr lang="ja-JP" altLang="en-US" spc="-12" dirty="0">
                <a:solidFill>
                  <a:srgbClr val="2C4C76"/>
                </a:solidFill>
                <a:latin typeface="+mn-ea"/>
                <a:ea typeface="+mn-ea"/>
                <a:cs typeface="Yu Gothic Pr6N D"/>
              </a:rPr>
              <a:t>①</a:t>
            </a:r>
            <a:endParaRPr lang="en-US" altLang="ja-JP" sz="2000" b="1" spc="-12" dirty="0">
              <a:solidFill>
                <a:srgbClr val="2C4C76"/>
              </a:solidFill>
              <a:latin typeface="+mn-ea"/>
              <a:ea typeface="+mn-ea"/>
              <a:cs typeface="Yu Gothic Pr6N D"/>
            </a:endParaRPr>
          </a:p>
          <a:p>
            <a:pPr marL="6257">
              <a:lnSpc>
                <a:spcPct val="150000"/>
              </a:lnSpc>
              <a:spcBef>
                <a:spcPts val="67"/>
              </a:spcBef>
            </a:pPr>
            <a:r>
              <a:rPr lang="ja-JP" altLang="en-US" sz="2000" b="1" spc="-12" dirty="0">
                <a:solidFill>
                  <a:srgbClr val="2C4C76"/>
                </a:solidFill>
                <a:latin typeface="+mn-ea"/>
                <a:ea typeface="+mn-ea"/>
                <a:cs typeface="Yu Gothic Pr6N D"/>
              </a:rPr>
              <a:t>・脂漏性頭皮で夜寝れないあなたへ</a:t>
            </a:r>
            <a:endParaRPr lang="en-US" altLang="ja-JP" sz="2000" b="1" spc="-12" dirty="0">
              <a:solidFill>
                <a:srgbClr val="2C4C76"/>
              </a:solidFill>
              <a:latin typeface="+mn-ea"/>
              <a:ea typeface="+mn-ea"/>
              <a:cs typeface="Yu Gothic Pr6N D"/>
            </a:endParaRPr>
          </a:p>
          <a:p>
            <a:pPr marL="6257">
              <a:lnSpc>
                <a:spcPct val="150000"/>
              </a:lnSpc>
              <a:spcBef>
                <a:spcPts val="67"/>
              </a:spcBef>
            </a:pPr>
            <a:endParaRPr lang="en-US" altLang="ja-JP" spc="-12" dirty="0">
              <a:solidFill>
                <a:srgbClr val="2C4C76"/>
              </a:solidFill>
              <a:latin typeface="+mn-ea"/>
              <a:ea typeface="+mn-ea"/>
              <a:cs typeface="Yu Gothic Pr6N D"/>
            </a:endParaRPr>
          </a:p>
          <a:p>
            <a:pPr marL="6257">
              <a:lnSpc>
                <a:spcPct val="150000"/>
              </a:lnSpc>
              <a:spcBef>
                <a:spcPts val="67"/>
              </a:spcBef>
            </a:pPr>
            <a:r>
              <a:rPr lang="en-US" altLang="ja-JP" spc="-12" dirty="0">
                <a:solidFill>
                  <a:srgbClr val="2C4C76"/>
                </a:solidFill>
                <a:latin typeface="+mn-ea"/>
                <a:ea typeface="+mn-ea"/>
                <a:cs typeface="Yu Gothic Pr6N D"/>
              </a:rPr>
              <a:t>LP</a:t>
            </a:r>
            <a:r>
              <a:rPr lang="ja-JP" altLang="en-US" spc="-12" dirty="0">
                <a:solidFill>
                  <a:srgbClr val="2C4C76"/>
                </a:solidFill>
                <a:latin typeface="+mn-ea"/>
                <a:ea typeface="+mn-ea"/>
                <a:cs typeface="Yu Gothic Pr6N D"/>
              </a:rPr>
              <a:t>②</a:t>
            </a:r>
            <a:endParaRPr lang="en-US" altLang="ja-JP" sz="2000" b="1" spc="-12" dirty="0">
              <a:solidFill>
                <a:srgbClr val="2C4C76"/>
              </a:solidFill>
              <a:latin typeface="+mn-ea"/>
              <a:ea typeface="+mn-ea"/>
              <a:cs typeface="Yu Gothic Pr6N D"/>
            </a:endParaRPr>
          </a:p>
          <a:p>
            <a:pPr marL="6257">
              <a:lnSpc>
                <a:spcPct val="150000"/>
              </a:lnSpc>
              <a:spcBef>
                <a:spcPts val="67"/>
              </a:spcBef>
            </a:pPr>
            <a:r>
              <a:rPr lang="ja-JP" altLang="en-US" sz="2000" b="1" spc="-12" dirty="0">
                <a:solidFill>
                  <a:srgbClr val="2C4C76"/>
                </a:solidFill>
                <a:latin typeface="+mn-ea"/>
                <a:ea typeface="+mn-ea"/>
                <a:cs typeface="Yu Gothic Pr6N D"/>
              </a:rPr>
              <a:t>・脂漏性頭皮によるふけが気になって人前に出るを躊躇する軸</a:t>
            </a:r>
            <a:endParaRPr lang="ja-JP" altLang="en-US" b="1" spc="-12" dirty="0">
              <a:solidFill>
                <a:srgbClr val="2C4C76"/>
              </a:solidFill>
              <a:latin typeface="+mn-ea"/>
              <a:ea typeface="+mn-ea"/>
              <a:cs typeface="Yu Gothic Pr6N D"/>
            </a:endParaRPr>
          </a:p>
        </p:txBody>
      </p:sp>
    </p:spTree>
    <p:extLst>
      <p:ext uri="{BB962C8B-B14F-4D97-AF65-F5344CB8AC3E}">
        <p14:creationId xmlns:p14="http://schemas.microsoft.com/office/powerpoint/2010/main" val="3521740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D6870-5052-EC71-8DDD-8E6E91369A04}"/>
            </a:ext>
          </a:extLst>
        </p:cNvPr>
        <p:cNvGrpSpPr/>
        <p:nvPr/>
      </p:nvGrpSpPr>
      <p:grpSpPr>
        <a:xfrm>
          <a:off x="0" y="0"/>
          <a:ext cx="0" cy="0"/>
          <a:chOff x="0" y="0"/>
          <a:chExt cx="0" cy="0"/>
        </a:xfrm>
      </p:grpSpPr>
      <p:sp>
        <p:nvSpPr>
          <p:cNvPr id="19" name="object 14">
            <a:extLst>
              <a:ext uri="{FF2B5EF4-FFF2-40B4-BE49-F238E27FC236}">
                <a16:creationId xmlns:a16="http://schemas.microsoft.com/office/drawing/2014/main" id="{F09B1D17-D868-7A98-36F6-758EEFB9ED13}"/>
              </a:ext>
            </a:extLst>
          </p:cNvPr>
          <p:cNvSpPr txBox="1"/>
          <p:nvPr/>
        </p:nvSpPr>
        <p:spPr>
          <a:xfrm>
            <a:off x="959659" y="1274039"/>
            <a:ext cx="7986681" cy="4944690"/>
          </a:xfrm>
          <a:prstGeom prst="rect">
            <a:avLst/>
          </a:prstGeom>
        </p:spPr>
        <p:txBody>
          <a:bodyPr vert="horz" wrap="square" lIns="0" tIns="8448" rIns="0" bIns="0" rtlCol="0">
            <a:spAutoFit/>
          </a:bodyPr>
          <a:lstStyle/>
          <a:p>
            <a:pPr marL="6257" algn="l">
              <a:lnSpc>
                <a:spcPct val="150000"/>
              </a:lnSpc>
              <a:spcBef>
                <a:spcPts val="67"/>
              </a:spcBef>
            </a:pPr>
            <a:r>
              <a:rPr lang="en-US" altLang="ja-JP" sz="2400" b="1" spc="-12" dirty="0">
                <a:solidFill>
                  <a:srgbClr val="2C4C76"/>
                </a:solidFill>
                <a:latin typeface="+mn-ea"/>
                <a:ea typeface="+mn-ea"/>
                <a:cs typeface="Yu Gothic Pr6N D"/>
              </a:rPr>
              <a:t>Notion</a:t>
            </a:r>
            <a:r>
              <a:rPr lang="ja-JP" altLang="en-US" sz="2400" b="1" spc="-12" dirty="0">
                <a:solidFill>
                  <a:srgbClr val="2C4C76"/>
                </a:solidFill>
                <a:latin typeface="+mn-ea"/>
                <a:ea typeface="+mn-ea"/>
                <a:cs typeface="Yu Gothic Pr6N D"/>
              </a:rPr>
              <a:t>社の</a:t>
            </a:r>
            <a:r>
              <a:rPr lang="en-US" altLang="ja-JP" sz="2400" b="1" spc="-12" dirty="0">
                <a:solidFill>
                  <a:srgbClr val="2C4C76"/>
                </a:solidFill>
                <a:latin typeface="+mn-ea"/>
                <a:ea typeface="+mn-ea"/>
                <a:cs typeface="Yu Gothic Pr6N D"/>
              </a:rPr>
              <a:t>CVR</a:t>
            </a:r>
            <a:r>
              <a:rPr lang="ja-JP" altLang="en-US" sz="2400" b="1" spc="-12" dirty="0">
                <a:solidFill>
                  <a:srgbClr val="2C4C76"/>
                </a:solidFill>
                <a:latin typeface="+mn-ea"/>
                <a:ea typeface="+mn-ea"/>
                <a:cs typeface="Yu Gothic Pr6N D"/>
              </a:rPr>
              <a:t>が</a:t>
            </a:r>
            <a:r>
              <a:rPr lang="en-US" altLang="ja-JP" sz="2400" b="1" spc="-12" dirty="0">
                <a:solidFill>
                  <a:srgbClr val="2C4C76"/>
                </a:solidFill>
                <a:latin typeface="+mn-ea"/>
                <a:ea typeface="+mn-ea"/>
                <a:cs typeface="Yu Gothic Pr6N D"/>
              </a:rPr>
              <a:t>160%UP</a:t>
            </a:r>
          </a:p>
          <a:p>
            <a:pPr marL="6257" algn="l">
              <a:lnSpc>
                <a:spcPct val="150000"/>
              </a:lnSpc>
              <a:spcBef>
                <a:spcPts val="67"/>
              </a:spcBef>
            </a:pPr>
            <a:endParaRPr lang="en-US" altLang="ja-JP" sz="2400"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rgbClr val="2C4C76"/>
                </a:solidFill>
                <a:latin typeface="+mn-ea"/>
                <a:ea typeface="+mn-ea"/>
                <a:cs typeface="Yu Gothic Pr6N D"/>
              </a:rPr>
              <a:t>社内</a:t>
            </a:r>
            <a:r>
              <a:rPr lang="en-US" altLang="ja-JP" b="1" spc="-12" dirty="0">
                <a:solidFill>
                  <a:srgbClr val="2C4C76"/>
                </a:solidFill>
                <a:latin typeface="+mn-ea"/>
                <a:ea typeface="+mn-ea"/>
                <a:cs typeface="Yu Gothic Pr6N D"/>
              </a:rPr>
              <a:t>wiki</a:t>
            </a:r>
            <a:r>
              <a:rPr lang="ja-JP" altLang="en-US" b="1" spc="-12" dirty="0">
                <a:solidFill>
                  <a:srgbClr val="2C4C76"/>
                </a:solidFill>
                <a:latin typeface="+mn-ea"/>
                <a:ea typeface="+mn-ea"/>
                <a:cs typeface="Yu Gothic Pr6N D"/>
              </a:rPr>
              <a:t>、タスク管理、ドキュメント管理と</a:t>
            </a: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rgbClr val="2C4C76"/>
                </a:solidFill>
                <a:latin typeface="+mn-ea"/>
                <a:ea typeface="+mn-ea"/>
                <a:cs typeface="Yu Gothic Pr6N D"/>
              </a:rPr>
              <a:t>なんでもできるせいで訴求が薄まっていた。</a:t>
            </a:r>
            <a:endParaRPr lang="en-US" altLang="ja-JP" b="1" spc="-12" dirty="0">
              <a:solidFill>
                <a:srgbClr val="2C4C76"/>
              </a:solidFill>
              <a:latin typeface="+mn-ea"/>
              <a:ea typeface="+mn-ea"/>
              <a:cs typeface="Yu Gothic Pr6N D"/>
            </a:endParaRPr>
          </a:p>
          <a:p>
            <a:pPr marL="6257" algn="l">
              <a:lnSpc>
                <a:spcPct val="150000"/>
              </a:lnSpc>
              <a:spcBef>
                <a:spcPts val="67"/>
              </a:spcBef>
            </a:pP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rgbClr val="2C4C76"/>
                </a:solidFill>
                <a:latin typeface="+mn-ea"/>
                <a:ea typeface="+mn-ea"/>
                <a:cs typeface="Yu Gothic Pr6N D"/>
              </a:rPr>
              <a:t>■各訴求毎に</a:t>
            </a:r>
            <a:r>
              <a:rPr lang="en-US" altLang="ja-JP" b="1" spc="-12" dirty="0">
                <a:solidFill>
                  <a:srgbClr val="2C4C76"/>
                </a:solidFill>
                <a:latin typeface="+mn-ea"/>
                <a:ea typeface="+mn-ea"/>
                <a:cs typeface="Yu Gothic Pr6N D"/>
              </a:rPr>
              <a:t>LP</a:t>
            </a:r>
            <a:r>
              <a:rPr lang="ja-JP" altLang="en-US" b="1" spc="-12" dirty="0">
                <a:solidFill>
                  <a:srgbClr val="2C4C76"/>
                </a:solidFill>
                <a:latin typeface="+mn-ea"/>
                <a:ea typeface="+mn-ea"/>
                <a:cs typeface="Yu Gothic Pr6N D"/>
              </a:rPr>
              <a:t>を制作、広告もその</a:t>
            </a:r>
            <a:r>
              <a:rPr lang="en-US" altLang="ja-JP" b="1" spc="-12" dirty="0">
                <a:solidFill>
                  <a:srgbClr val="2C4C76"/>
                </a:solidFill>
                <a:latin typeface="+mn-ea"/>
                <a:ea typeface="+mn-ea"/>
                <a:cs typeface="Yu Gothic Pr6N D"/>
              </a:rPr>
              <a:t>LP</a:t>
            </a:r>
            <a:r>
              <a:rPr lang="ja-JP" altLang="en-US" b="1" spc="-12" dirty="0">
                <a:solidFill>
                  <a:srgbClr val="2C4C76"/>
                </a:solidFill>
                <a:latin typeface="+mn-ea"/>
                <a:ea typeface="+mn-ea"/>
                <a:cs typeface="Yu Gothic Pr6N D"/>
              </a:rPr>
              <a:t>専用にし、パーソナライズ化</a:t>
            </a: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rgbClr val="2C4C76"/>
                </a:solidFill>
                <a:latin typeface="+mn-ea"/>
                <a:ea typeface="+mn-ea"/>
                <a:cs typeface="Yu Gothic Pr6N D"/>
              </a:rPr>
              <a:t>社内での共有でランディングした人には社内</a:t>
            </a:r>
            <a:r>
              <a:rPr lang="en-US" altLang="ja-JP" b="1" spc="-12" dirty="0">
                <a:solidFill>
                  <a:srgbClr val="2C4C76"/>
                </a:solidFill>
                <a:latin typeface="+mn-ea"/>
                <a:ea typeface="+mn-ea"/>
                <a:cs typeface="Yu Gothic Pr6N D"/>
              </a:rPr>
              <a:t>wiki</a:t>
            </a:r>
            <a:r>
              <a:rPr lang="ja-JP" altLang="en-US" b="1" spc="-12" dirty="0">
                <a:solidFill>
                  <a:srgbClr val="2C4C76"/>
                </a:solidFill>
                <a:latin typeface="+mn-ea"/>
                <a:ea typeface="+mn-ea"/>
                <a:cs typeface="Yu Gothic Pr6N D"/>
              </a:rPr>
              <a:t>の</a:t>
            </a:r>
            <a:r>
              <a:rPr lang="en-US" altLang="ja-JP" b="1" spc="-12" dirty="0">
                <a:solidFill>
                  <a:srgbClr val="2C4C76"/>
                </a:solidFill>
                <a:latin typeface="+mn-ea"/>
                <a:ea typeface="+mn-ea"/>
                <a:cs typeface="Yu Gothic Pr6N D"/>
              </a:rPr>
              <a:t>LP</a:t>
            </a:r>
            <a:r>
              <a:rPr lang="ja-JP" altLang="en-US" b="1" spc="-12" dirty="0">
                <a:solidFill>
                  <a:srgbClr val="2C4C76"/>
                </a:solidFill>
                <a:latin typeface="+mn-ea"/>
                <a:ea typeface="+mn-ea"/>
                <a:cs typeface="Yu Gothic Pr6N D"/>
              </a:rPr>
              <a:t>を、</a:t>
            </a: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rgbClr val="2C4C76"/>
                </a:solidFill>
                <a:latin typeface="+mn-ea"/>
                <a:ea typeface="+mn-ea"/>
                <a:cs typeface="Yu Gothic Pr6N D"/>
              </a:rPr>
              <a:t>タスク管理ツールを探しに来た人にはタスク管理押しの</a:t>
            </a:r>
            <a:r>
              <a:rPr lang="en-US" altLang="ja-JP" b="1" spc="-12" dirty="0">
                <a:solidFill>
                  <a:srgbClr val="2C4C76"/>
                </a:solidFill>
                <a:latin typeface="+mn-ea"/>
                <a:ea typeface="+mn-ea"/>
                <a:cs typeface="Yu Gothic Pr6N D"/>
              </a:rPr>
              <a:t>LP</a:t>
            </a:r>
            <a:r>
              <a:rPr lang="ja-JP" altLang="en-US" b="1" spc="-12" dirty="0">
                <a:solidFill>
                  <a:srgbClr val="2C4C76"/>
                </a:solidFill>
                <a:latin typeface="+mn-ea"/>
                <a:ea typeface="+mn-ea"/>
                <a:cs typeface="Yu Gothic Pr6N D"/>
              </a:rPr>
              <a:t>を、</a:t>
            </a: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rgbClr val="2C4C76"/>
                </a:solidFill>
                <a:latin typeface="+mn-ea"/>
                <a:ea typeface="+mn-ea"/>
                <a:cs typeface="Yu Gothic Pr6N D"/>
              </a:rPr>
              <a:t>と完全なパーソナライズ化で広告費を一切あげずに売上をアップ。</a:t>
            </a:r>
            <a:endParaRPr lang="en-US" altLang="ja-JP" b="1" spc="-12" dirty="0">
              <a:solidFill>
                <a:srgbClr val="2C4C76"/>
              </a:solidFill>
              <a:latin typeface="+mn-ea"/>
              <a:ea typeface="+mn-ea"/>
              <a:cs typeface="Yu Gothic Pr6N D"/>
            </a:endParaRPr>
          </a:p>
          <a:p>
            <a:pPr marL="6257" algn="l">
              <a:lnSpc>
                <a:spcPct val="150000"/>
              </a:lnSpc>
              <a:spcBef>
                <a:spcPts val="67"/>
              </a:spcBef>
            </a:pP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rgbClr val="2C4C76"/>
                </a:solidFill>
                <a:latin typeface="+mn-ea"/>
                <a:ea typeface="+mn-ea"/>
                <a:cs typeface="Yu Gothic Pr6N D"/>
              </a:rPr>
              <a:t>この手法を全ＬＰに適用。</a:t>
            </a:r>
            <a:endParaRPr lang="en-US" altLang="ja-JP" b="1" spc="-12" dirty="0">
              <a:solidFill>
                <a:srgbClr val="2C4C76"/>
              </a:solidFill>
              <a:latin typeface="+mn-ea"/>
              <a:ea typeface="+mn-ea"/>
              <a:cs typeface="Yu Gothic Pr6N D"/>
            </a:endParaRPr>
          </a:p>
        </p:txBody>
      </p:sp>
      <p:sp>
        <p:nvSpPr>
          <p:cNvPr id="5" name="object 5">
            <a:extLst>
              <a:ext uri="{FF2B5EF4-FFF2-40B4-BE49-F238E27FC236}">
                <a16:creationId xmlns:a16="http://schemas.microsoft.com/office/drawing/2014/main" id="{2AFAF9EA-A73D-DAB2-F1B2-A94B82022484}"/>
              </a:ext>
            </a:extLst>
          </p:cNvPr>
          <p:cNvSpPr txBox="1">
            <a:spLocks noGrp="1"/>
          </p:cNvSpPr>
          <p:nvPr>
            <p:ph type="title"/>
          </p:nvPr>
        </p:nvSpPr>
        <p:spPr>
          <a:xfrm>
            <a:off x="623532" y="633778"/>
            <a:ext cx="5243868" cy="355951"/>
          </a:xfrm>
          <a:prstGeom prst="rect">
            <a:avLst/>
          </a:prstGeom>
        </p:spPr>
        <p:txBody>
          <a:bodyPr vert="horz" wrap="square" lIns="0" tIns="7196" rIns="0" bIns="0" rtlCol="0">
            <a:spAutoFit/>
          </a:bodyPr>
          <a:lstStyle/>
          <a:p>
            <a:pPr marL="6257">
              <a:spcBef>
                <a:spcPts val="56"/>
              </a:spcBef>
            </a:pPr>
            <a:r>
              <a:rPr lang="ja-JP" altLang="en-US" spc="94" dirty="0">
                <a:latin typeface="+mn-lt"/>
              </a:rPr>
              <a:t>広告と</a:t>
            </a:r>
            <a:r>
              <a:rPr lang="en-US" altLang="ja-JP" spc="94" dirty="0">
                <a:latin typeface="+mn-lt"/>
              </a:rPr>
              <a:t>LP</a:t>
            </a:r>
            <a:r>
              <a:rPr lang="ja-JP" altLang="en-US" spc="94" dirty="0">
                <a:latin typeface="+mn-lt"/>
              </a:rPr>
              <a:t>を一致させる事例</a:t>
            </a:r>
            <a:endParaRPr spc="94" dirty="0">
              <a:latin typeface="+mn-lt"/>
            </a:endParaRPr>
          </a:p>
        </p:txBody>
      </p:sp>
      <p:grpSp>
        <p:nvGrpSpPr>
          <p:cNvPr id="33" name="グループ化 32">
            <a:extLst>
              <a:ext uri="{FF2B5EF4-FFF2-40B4-BE49-F238E27FC236}">
                <a16:creationId xmlns:a16="http://schemas.microsoft.com/office/drawing/2014/main" id="{514D09A2-ECF2-E2EC-0697-7BDC7197FA41}"/>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66002053-80DC-45AD-18D0-563410E1A3AA}"/>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4C44F0C6-212A-F4DE-B691-11C68295A98E}"/>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17CF0021-C5FD-67E5-8655-BEEA962C0770}"/>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DE88D433-D537-FB05-50A9-6635F7583608}"/>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35F4578B-872E-406C-25C8-443C5139BD6E}"/>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6A49DECD-5399-BC1C-351D-B93DD97DD3C0}"/>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9425E23A-FE4E-9BD6-E501-AE093C548566}"/>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7" name="スライド番号プレースホルダー 6">
            <a:extLst>
              <a:ext uri="{FF2B5EF4-FFF2-40B4-BE49-F238E27FC236}">
                <a16:creationId xmlns:a16="http://schemas.microsoft.com/office/drawing/2014/main" id="{92992112-E009-EEBF-40A9-E65114D4FCEC}"/>
              </a:ext>
            </a:extLst>
          </p:cNvPr>
          <p:cNvSpPr>
            <a:spLocks noGrp="1"/>
          </p:cNvSpPr>
          <p:nvPr>
            <p:ph type="sldNum" sz="quarter" idx="7"/>
          </p:nvPr>
        </p:nvSpPr>
        <p:spPr/>
        <p:txBody>
          <a:bodyPr/>
          <a:lstStyle/>
          <a:p>
            <a:fld id="{B6F15528-21DE-4FAA-801E-634DDDAF4B2B}" type="slidenum">
              <a:rPr lang="en-US" altLang="ja-JP" smtClean="0"/>
              <a:pPr/>
              <a:t>10</a:t>
            </a:fld>
            <a:endParaRPr lang="ja-JP" altLang="en-US" sz="1100" dirty="0"/>
          </a:p>
        </p:txBody>
      </p:sp>
      <p:pic>
        <p:nvPicPr>
          <p:cNvPr id="2050" name="Picture 2">
            <a:extLst>
              <a:ext uri="{FF2B5EF4-FFF2-40B4-BE49-F238E27FC236}">
                <a16:creationId xmlns:a16="http://schemas.microsoft.com/office/drawing/2014/main" id="{DD33F002-93B3-04BB-1ADD-CCB5A5A8A2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1199" y="1593960"/>
            <a:ext cx="1300162" cy="1300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6116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939F0-58DE-90D0-AA40-6C09778C8784}"/>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613EC84B-9317-A26A-58ED-E0A6A7B400B1}"/>
              </a:ext>
            </a:extLst>
          </p:cNvPr>
          <p:cNvSpPr>
            <a:spLocks noGrp="1"/>
          </p:cNvSpPr>
          <p:nvPr>
            <p:ph type="body" idx="1"/>
          </p:nvPr>
        </p:nvSpPr>
        <p:spPr>
          <a:xfrm>
            <a:off x="1438275" y="3096711"/>
            <a:ext cx="7029450" cy="1354217"/>
          </a:xfrm>
        </p:spPr>
        <p:txBody>
          <a:bodyPr/>
          <a:lstStyle/>
          <a:p>
            <a:pPr algn="ctr"/>
            <a:r>
              <a:rPr kumimoji="1" lang="ja-JP" altLang="en-US" sz="4400" dirty="0"/>
              <a:t>それぞれの</a:t>
            </a:r>
            <a:r>
              <a:rPr kumimoji="1" lang="en-US" altLang="ja-JP" sz="4400" dirty="0"/>
              <a:t>LP</a:t>
            </a:r>
            <a:r>
              <a:rPr kumimoji="1" lang="ja-JP" altLang="en-US" sz="4400" dirty="0"/>
              <a:t>構成案と</a:t>
            </a:r>
            <a:endParaRPr kumimoji="1" lang="en-US" altLang="ja-JP" sz="4400" dirty="0"/>
          </a:p>
          <a:p>
            <a:pPr algn="ctr"/>
            <a:r>
              <a:rPr kumimoji="1" lang="ja-JP" altLang="en-US" sz="4400" dirty="0"/>
              <a:t>広告戦略</a:t>
            </a:r>
          </a:p>
        </p:txBody>
      </p:sp>
      <p:sp>
        <p:nvSpPr>
          <p:cNvPr id="4" name="スライド番号プレースホルダー 3">
            <a:extLst>
              <a:ext uri="{FF2B5EF4-FFF2-40B4-BE49-F238E27FC236}">
                <a16:creationId xmlns:a16="http://schemas.microsoft.com/office/drawing/2014/main" id="{4CDD7A67-CBC3-A90D-A3D5-ACC041651C6C}"/>
              </a:ext>
            </a:extLst>
          </p:cNvPr>
          <p:cNvSpPr>
            <a:spLocks noGrp="1"/>
          </p:cNvSpPr>
          <p:nvPr>
            <p:ph type="sldNum" sz="quarter" idx="7"/>
          </p:nvPr>
        </p:nvSpPr>
        <p:spPr/>
        <p:txBody>
          <a:bodyPr/>
          <a:lstStyle/>
          <a:p>
            <a:fld id="{B6F15528-21DE-4FAA-801E-634DDDAF4B2B}" type="slidenum">
              <a:rPr lang="en-US" altLang="ja-JP" smtClean="0"/>
              <a:pPr/>
              <a:t>11</a:t>
            </a:fld>
            <a:endParaRPr lang="ja-JP" altLang="en-US" sz="1100" dirty="0"/>
          </a:p>
        </p:txBody>
      </p:sp>
    </p:spTree>
    <p:extLst>
      <p:ext uri="{BB962C8B-B14F-4D97-AF65-F5344CB8AC3E}">
        <p14:creationId xmlns:p14="http://schemas.microsoft.com/office/powerpoint/2010/main" val="2561863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65339-C126-25CA-EC0B-F16204FF9FA9}"/>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9FD2B14B-D3A8-B4B2-98BE-452E6DCCD219}"/>
              </a:ext>
            </a:extLst>
          </p:cNvPr>
          <p:cNvSpPr txBox="1">
            <a:spLocks noGrp="1"/>
          </p:cNvSpPr>
          <p:nvPr>
            <p:ph type="title"/>
          </p:nvPr>
        </p:nvSpPr>
        <p:spPr>
          <a:xfrm>
            <a:off x="623532" y="633778"/>
            <a:ext cx="5792706" cy="355951"/>
          </a:xfrm>
          <a:prstGeom prst="rect">
            <a:avLst/>
          </a:prstGeom>
        </p:spPr>
        <p:txBody>
          <a:bodyPr vert="horz" wrap="square" lIns="0" tIns="7196" rIns="0" bIns="0" rtlCol="0">
            <a:spAutoFit/>
          </a:bodyPr>
          <a:lstStyle/>
          <a:p>
            <a:pPr marL="6257">
              <a:spcBef>
                <a:spcPts val="56"/>
              </a:spcBef>
            </a:pPr>
            <a:r>
              <a:rPr lang="en-US" altLang="ja-JP" spc="94" dirty="0">
                <a:latin typeface="+mn-lt"/>
              </a:rPr>
              <a:t>LP</a:t>
            </a:r>
            <a:r>
              <a:rPr lang="ja-JP" altLang="en-US" spc="94" dirty="0">
                <a:latin typeface="+mn-lt"/>
              </a:rPr>
              <a:t>①　夜寝れないあなたへ軸　構成案</a:t>
            </a:r>
            <a:endParaRPr spc="94" dirty="0">
              <a:latin typeface="+mn-lt"/>
            </a:endParaRPr>
          </a:p>
        </p:txBody>
      </p:sp>
      <p:grpSp>
        <p:nvGrpSpPr>
          <p:cNvPr id="33" name="グループ化 32">
            <a:extLst>
              <a:ext uri="{FF2B5EF4-FFF2-40B4-BE49-F238E27FC236}">
                <a16:creationId xmlns:a16="http://schemas.microsoft.com/office/drawing/2014/main" id="{6A918616-DF40-D472-7F58-12B0B90E3717}"/>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FD54D916-B52F-97C4-B815-3AF6F24239F0}"/>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7B3F4551-DFBD-06C3-F384-B1708E9ACD12}"/>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1735D39D-9DDD-3ED9-9271-E1D8AF2745DC}"/>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C6A3369A-3F32-A360-716F-67D3186D82C3}"/>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2C46CFCE-01BD-F626-DF4C-2A61F439C10E}"/>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E9D0291B-225F-3106-051D-B31FCE32D8D7}"/>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3B8C9E18-CAE6-E5F9-961B-B1007F3E013E}"/>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6" name="スライド番号プレースホルダー 5">
            <a:extLst>
              <a:ext uri="{FF2B5EF4-FFF2-40B4-BE49-F238E27FC236}">
                <a16:creationId xmlns:a16="http://schemas.microsoft.com/office/drawing/2014/main" id="{F0B17C4E-A7A6-4B58-0C79-6CD92355489E}"/>
              </a:ext>
            </a:extLst>
          </p:cNvPr>
          <p:cNvSpPr>
            <a:spLocks noGrp="1"/>
          </p:cNvSpPr>
          <p:nvPr>
            <p:ph type="sldNum" sz="quarter" idx="7"/>
          </p:nvPr>
        </p:nvSpPr>
        <p:spPr/>
        <p:txBody>
          <a:bodyPr/>
          <a:lstStyle/>
          <a:p>
            <a:fld id="{B6F15528-21DE-4FAA-801E-634DDDAF4B2B}" type="slidenum">
              <a:rPr lang="en-US" altLang="ja-JP" smtClean="0"/>
              <a:pPr/>
              <a:t>12</a:t>
            </a:fld>
            <a:endParaRPr lang="ja-JP" altLang="en-US" sz="1100" dirty="0"/>
          </a:p>
        </p:txBody>
      </p:sp>
      <p:graphicFrame>
        <p:nvGraphicFramePr>
          <p:cNvPr id="13" name="表 12">
            <a:extLst>
              <a:ext uri="{FF2B5EF4-FFF2-40B4-BE49-F238E27FC236}">
                <a16:creationId xmlns:a16="http://schemas.microsoft.com/office/drawing/2014/main" id="{0750478F-7C50-7E11-BDA6-82B771D46A9A}"/>
              </a:ext>
            </a:extLst>
          </p:cNvPr>
          <p:cNvGraphicFramePr>
            <a:graphicFrameLocks noGrp="1"/>
          </p:cNvGraphicFramePr>
          <p:nvPr>
            <p:extLst>
              <p:ext uri="{D42A27DB-BD31-4B8C-83A1-F6EECF244321}">
                <p14:modId xmlns:p14="http://schemas.microsoft.com/office/powerpoint/2010/main" val="2616853619"/>
              </p:ext>
            </p:extLst>
          </p:nvPr>
        </p:nvGraphicFramePr>
        <p:xfrm>
          <a:off x="278228" y="1385360"/>
          <a:ext cx="9322973" cy="4848623"/>
        </p:xfrm>
        <a:graphic>
          <a:graphicData uri="http://schemas.openxmlformats.org/drawingml/2006/table">
            <a:tbl>
              <a:tblPr/>
              <a:tblGrid>
                <a:gridCol w="502787">
                  <a:extLst>
                    <a:ext uri="{9D8B030D-6E8A-4147-A177-3AD203B41FA5}">
                      <a16:colId xmlns:a16="http://schemas.microsoft.com/office/drawing/2014/main" val="2810654077"/>
                    </a:ext>
                  </a:extLst>
                </a:gridCol>
                <a:gridCol w="895385">
                  <a:extLst>
                    <a:ext uri="{9D8B030D-6E8A-4147-A177-3AD203B41FA5}">
                      <a16:colId xmlns:a16="http://schemas.microsoft.com/office/drawing/2014/main" val="2092829768"/>
                    </a:ext>
                  </a:extLst>
                </a:gridCol>
                <a:gridCol w="3474882">
                  <a:extLst>
                    <a:ext uri="{9D8B030D-6E8A-4147-A177-3AD203B41FA5}">
                      <a16:colId xmlns:a16="http://schemas.microsoft.com/office/drawing/2014/main" val="3499857684"/>
                    </a:ext>
                  </a:extLst>
                </a:gridCol>
                <a:gridCol w="4449919">
                  <a:extLst>
                    <a:ext uri="{9D8B030D-6E8A-4147-A177-3AD203B41FA5}">
                      <a16:colId xmlns:a16="http://schemas.microsoft.com/office/drawing/2014/main" val="3715273260"/>
                    </a:ext>
                  </a:extLst>
                </a:gridCol>
              </a:tblGrid>
              <a:tr h="375788">
                <a:tc>
                  <a:txBody>
                    <a:bodyPr/>
                    <a:lstStyle/>
                    <a:p>
                      <a:pPr algn="ctr" rtl="0" fontAlgn="b">
                        <a:buNone/>
                      </a:pPr>
                      <a:r>
                        <a:rPr lang="ja-JP" altLang="en-US" sz="1600" b="1" dirty="0">
                          <a:solidFill>
                            <a:schemeClr val="accent4">
                              <a:lumMod val="50000"/>
                            </a:schemeClr>
                          </a:solidFill>
                          <a:effectLst/>
                          <a:latin typeface="+mn-lt"/>
                        </a:rPr>
                        <a:t>項番</a:t>
                      </a:r>
                    </a:p>
                  </a:txBody>
                  <a:tcPr marL="1426" marR="1426" marT="951" marB="95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FF"/>
                    </a:solidFill>
                  </a:tcPr>
                </a:tc>
                <a:tc>
                  <a:txBody>
                    <a:bodyPr/>
                    <a:lstStyle/>
                    <a:p>
                      <a:pPr algn="ctr" rtl="0" fontAlgn="b">
                        <a:buNone/>
                      </a:pPr>
                      <a:r>
                        <a:rPr lang="ja-JP" altLang="en-US" sz="1600" b="1">
                          <a:solidFill>
                            <a:schemeClr val="accent4">
                              <a:lumMod val="50000"/>
                            </a:schemeClr>
                          </a:solidFill>
                          <a:effectLst/>
                          <a:latin typeface="+mn-lt"/>
                        </a:rPr>
                        <a:t>項目</a:t>
                      </a:r>
                    </a:p>
                  </a:txBody>
                  <a:tcPr marL="1426" marR="1426" marT="951" marB="95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FF"/>
                    </a:solidFill>
                  </a:tcPr>
                </a:tc>
                <a:tc>
                  <a:txBody>
                    <a:bodyPr/>
                    <a:lstStyle/>
                    <a:p>
                      <a:pPr algn="ctr" rtl="0" fontAlgn="b">
                        <a:buNone/>
                      </a:pPr>
                      <a:r>
                        <a:rPr lang="ja-JP" altLang="en-US" sz="1600" b="1">
                          <a:solidFill>
                            <a:schemeClr val="accent4">
                              <a:lumMod val="50000"/>
                            </a:schemeClr>
                          </a:solidFill>
                          <a:effectLst/>
                          <a:latin typeface="+mn-lt"/>
                        </a:rPr>
                        <a:t>役割</a:t>
                      </a:r>
                    </a:p>
                  </a:txBody>
                  <a:tcPr marL="1426" marR="1426" marT="951" marB="95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FF"/>
                    </a:solidFill>
                  </a:tcPr>
                </a:tc>
                <a:tc>
                  <a:txBody>
                    <a:bodyPr/>
                    <a:lstStyle/>
                    <a:p>
                      <a:pPr algn="ctr" rtl="0" fontAlgn="b">
                        <a:buNone/>
                      </a:pPr>
                      <a:r>
                        <a:rPr lang="ja-JP" altLang="en-US" sz="1600" b="1">
                          <a:solidFill>
                            <a:schemeClr val="accent4">
                              <a:lumMod val="50000"/>
                            </a:schemeClr>
                          </a:solidFill>
                          <a:effectLst/>
                          <a:latin typeface="+mn-lt"/>
                        </a:rPr>
                        <a:t>この場所である理由</a:t>
                      </a:r>
                    </a:p>
                  </a:txBody>
                  <a:tcPr marL="1426" marR="1426" marT="951" marB="951"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FF"/>
                    </a:solidFill>
                  </a:tcPr>
                </a:tc>
                <a:extLst>
                  <a:ext uri="{0D108BD9-81ED-4DB2-BD59-A6C34878D82A}">
                    <a16:rowId xmlns:a16="http://schemas.microsoft.com/office/drawing/2014/main" val="1863709492"/>
                  </a:ext>
                </a:extLst>
              </a:tr>
              <a:tr h="575231">
                <a:tc>
                  <a:txBody>
                    <a:bodyPr/>
                    <a:lstStyle/>
                    <a:p>
                      <a:pPr algn="ctr" rtl="0" fontAlgn="b">
                        <a:buNone/>
                      </a:pPr>
                      <a:r>
                        <a:rPr lang="en-US" altLang="ja-JP" sz="1600" dirty="0">
                          <a:solidFill>
                            <a:schemeClr val="accent4">
                              <a:lumMod val="50000"/>
                            </a:schemeClr>
                          </a:solidFill>
                          <a:effectLst/>
                          <a:latin typeface="+mn-lt"/>
                        </a:rPr>
                        <a:t>1</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b">
                        <a:buNone/>
                      </a:pPr>
                      <a:r>
                        <a:rPr lang="en-US" sz="1600" dirty="0">
                          <a:solidFill>
                            <a:schemeClr val="accent4">
                              <a:lumMod val="50000"/>
                            </a:schemeClr>
                          </a:solidFill>
                          <a:effectLst/>
                          <a:latin typeface="+mn-lt"/>
                        </a:rPr>
                        <a:t>FV</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悩みと解決策の全体像を一瞬で</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提示し、</a:t>
                      </a:r>
                      <a:r>
                        <a:rPr lang="en-US" altLang="ja-JP" sz="1600" dirty="0">
                          <a:solidFill>
                            <a:schemeClr val="accent4">
                              <a:lumMod val="50000"/>
                            </a:schemeClr>
                          </a:solidFill>
                          <a:effectLst/>
                          <a:latin typeface="+mn-lt"/>
                        </a:rPr>
                        <a:t>CTA</a:t>
                      </a:r>
                      <a:r>
                        <a:rPr lang="ja-JP" altLang="en-US" sz="1600" dirty="0">
                          <a:solidFill>
                            <a:schemeClr val="accent4">
                              <a:lumMod val="50000"/>
                            </a:schemeClr>
                          </a:solidFill>
                          <a:effectLst/>
                          <a:latin typeface="+mn-lt"/>
                        </a:rPr>
                        <a:t>で次行動へつなぐ</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入口で「夜かゆくて眠れない」悩みを</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即一致させ、続きを読む理由を作る</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7834880"/>
                  </a:ext>
                </a:extLst>
              </a:tr>
              <a:tr h="575231">
                <a:tc>
                  <a:txBody>
                    <a:bodyPr/>
                    <a:lstStyle/>
                    <a:p>
                      <a:pPr algn="ctr" rtl="0" fontAlgn="b">
                        <a:buNone/>
                      </a:pPr>
                      <a:r>
                        <a:rPr lang="en-US" altLang="ja-JP" sz="1600" dirty="0">
                          <a:solidFill>
                            <a:schemeClr val="accent4">
                              <a:lumMod val="50000"/>
                            </a:schemeClr>
                          </a:solidFill>
                          <a:effectLst/>
                          <a:latin typeface="+mn-lt"/>
                        </a:rPr>
                        <a:t>2</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b">
                        <a:buNone/>
                      </a:pPr>
                      <a:r>
                        <a:rPr lang="ja-JP" altLang="en-US" sz="1600" dirty="0">
                          <a:solidFill>
                            <a:schemeClr val="accent4">
                              <a:lumMod val="50000"/>
                            </a:schemeClr>
                          </a:solidFill>
                          <a:effectLst/>
                          <a:latin typeface="+mn-lt"/>
                        </a:rPr>
                        <a:t>共感</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体験を言語化して自分事化し、</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離脱を抑える</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en-US" altLang="ja-JP" sz="1600" dirty="0">
                          <a:solidFill>
                            <a:schemeClr val="accent4">
                              <a:lumMod val="50000"/>
                            </a:schemeClr>
                          </a:solidFill>
                          <a:effectLst/>
                          <a:latin typeface="+mn-lt"/>
                        </a:rPr>
                        <a:t>FV</a:t>
                      </a:r>
                      <a:r>
                        <a:rPr lang="ja-JP" altLang="en-US" sz="1600" dirty="0">
                          <a:solidFill>
                            <a:schemeClr val="accent4">
                              <a:lumMod val="50000"/>
                            </a:schemeClr>
                          </a:solidFill>
                          <a:effectLst/>
                          <a:latin typeface="+mn-lt"/>
                        </a:rPr>
                        <a:t>で刺した直後に“わかる”を作ると</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読み進めやすい</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7386042"/>
                  </a:ext>
                </a:extLst>
              </a:tr>
              <a:tr h="575231">
                <a:tc>
                  <a:txBody>
                    <a:bodyPr/>
                    <a:lstStyle/>
                    <a:p>
                      <a:pPr algn="ctr" rtl="0" fontAlgn="b">
                        <a:buNone/>
                      </a:pPr>
                      <a:r>
                        <a:rPr lang="en-US" altLang="ja-JP" sz="1600" dirty="0">
                          <a:solidFill>
                            <a:schemeClr val="accent4">
                              <a:lumMod val="50000"/>
                            </a:schemeClr>
                          </a:solidFill>
                          <a:effectLst/>
                          <a:latin typeface="+mn-lt"/>
                        </a:rPr>
                        <a:t>3</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b">
                        <a:buNone/>
                      </a:pPr>
                      <a:r>
                        <a:rPr lang="ja-JP" altLang="en-US" sz="1600" dirty="0">
                          <a:solidFill>
                            <a:schemeClr val="accent4">
                              <a:lumMod val="50000"/>
                            </a:schemeClr>
                          </a:solidFill>
                          <a:effectLst/>
                          <a:latin typeface="+mn-lt"/>
                        </a:rPr>
                        <a:t>原因</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なぜ起きるかを整理して納得感を作る</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共感の次に原因を置くと、解決策が売り込みに見えにくい</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8740700"/>
                  </a:ext>
                </a:extLst>
              </a:tr>
              <a:tr h="575231">
                <a:tc>
                  <a:txBody>
                    <a:bodyPr/>
                    <a:lstStyle/>
                    <a:p>
                      <a:pPr algn="ctr" rtl="0" fontAlgn="b">
                        <a:buNone/>
                      </a:pPr>
                      <a:r>
                        <a:rPr lang="en-US" altLang="ja-JP" sz="1600" dirty="0">
                          <a:solidFill>
                            <a:schemeClr val="accent4">
                              <a:lumMod val="50000"/>
                            </a:schemeClr>
                          </a:solidFill>
                          <a:effectLst/>
                          <a:latin typeface="+mn-lt"/>
                        </a:rPr>
                        <a:t>4</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b">
                        <a:buNone/>
                      </a:pPr>
                      <a:r>
                        <a:rPr lang="ja-JP" altLang="en-US" sz="1600" dirty="0">
                          <a:solidFill>
                            <a:schemeClr val="accent4">
                              <a:lumMod val="50000"/>
                            </a:schemeClr>
                          </a:solidFill>
                          <a:effectLst/>
                          <a:latin typeface="+mn-lt"/>
                        </a:rPr>
                        <a:t>解決策</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解決の方針を示し、商品説明への</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橋渡しをする</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原因→解決策の順が自然で、</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次の「商品情報」に繋がる</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9209855"/>
                  </a:ext>
                </a:extLst>
              </a:tr>
              <a:tr h="734951">
                <a:tc>
                  <a:txBody>
                    <a:bodyPr/>
                    <a:lstStyle/>
                    <a:p>
                      <a:pPr algn="ctr" rtl="0" fontAlgn="b">
                        <a:buNone/>
                      </a:pPr>
                      <a:r>
                        <a:rPr lang="en-US" altLang="ja-JP" sz="1600" dirty="0">
                          <a:solidFill>
                            <a:schemeClr val="accent4">
                              <a:lumMod val="50000"/>
                            </a:schemeClr>
                          </a:solidFill>
                          <a:effectLst/>
                          <a:latin typeface="+mn-lt"/>
                        </a:rPr>
                        <a:t>5</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b">
                        <a:buNone/>
                      </a:pPr>
                      <a:r>
                        <a:rPr lang="ja-JP" altLang="en-US" sz="1600" dirty="0">
                          <a:solidFill>
                            <a:schemeClr val="accent4">
                              <a:lumMod val="50000"/>
                            </a:schemeClr>
                          </a:solidFill>
                          <a:effectLst/>
                          <a:latin typeface="+mn-lt"/>
                        </a:rPr>
                        <a:t>商品情報</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特徴・成分・使い方を具体化して</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判断材料を揃える</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解決策の直後に具体を出すと</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納得が途切れにくい（スペック要確認）</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7434600"/>
                  </a:ext>
                </a:extLst>
              </a:tr>
              <a:tr h="861729">
                <a:tc>
                  <a:txBody>
                    <a:bodyPr/>
                    <a:lstStyle/>
                    <a:p>
                      <a:pPr algn="ctr" rtl="0" fontAlgn="b">
                        <a:buNone/>
                      </a:pPr>
                      <a:r>
                        <a:rPr lang="en-US" altLang="ja-JP" sz="1600" dirty="0">
                          <a:solidFill>
                            <a:schemeClr val="accent4">
                              <a:lumMod val="50000"/>
                            </a:schemeClr>
                          </a:solidFill>
                          <a:effectLst/>
                          <a:latin typeface="+mn-lt"/>
                        </a:rPr>
                        <a:t>6</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ja-JP" altLang="en-US" sz="1600" dirty="0">
                          <a:solidFill>
                            <a:schemeClr val="accent4">
                              <a:lumMod val="50000"/>
                            </a:schemeClr>
                          </a:solidFill>
                          <a:effectLst/>
                          <a:latin typeface="+mn-lt"/>
                        </a:rPr>
                        <a:t>レビュー</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第三者の体験で信頼を補強し、</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不安を下げる</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商品理解の後に置くと「本当？」の疑いを</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潰しやすい（生活改善中心）</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2363658"/>
                  </a:ext>
                </a:extLst>
              </a:tr>
              <a:tr h="575231">
                <a:tc>
                  <a:txBody>
                    <a:bodyPr/>
                    <a:lstStyle/>
                    <a:p>
                      <a:pPr algn="ctr" rtl="0" fontAlgn="b">
                        <a:buNone/>
                      </a:pPr>
                      <a:r>
                        <a:rPr lang="en-US" altLang="ja-JP" sz="1600" dirty="0">
                          <a:solidFill>
                            <a:schemeClr val="accent4">
                              <a:lumMod val="50000"/>
                            </a:schemeClr>
                          </a:solidFill>
                          <a:effectLst/>
                          <a:latin typeface="+mn-lt"/>
                        </a:rPr>
                        <a:t>7</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b">
                        <a:buNone/>
                      </a:pPr>
                      <a:r>
                        <a:rPr lang="en-US" sz="1600" dirty="0">
                          <a:solidFill>
                            <a:schemeClr val="accent4">
                              <a:lumMod val="50000"/>
                            </a:schemeClr>
                          </a:solidFill>
                          <a:effectLst/>
                          <a:latin typeface="+mn-lt"/>
                        </a:rPr>
                        <a:t>FAQ</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購入直前の疑問を回収して</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離脱要因を潰す</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latin typeface="+mn-lt"/>
                        </a:rPr>
                        <a:t>最後に不安を回収して、</a:t>
                      </a:r>
                      <a:endParaRPr lang="en-US" altLang="ja-JP" sz="1600" dirty="0">
                        <a:solidFill>
                          <a:schemeClr val="accent4">
                            <a:lumMod val="50000"/>
                          </a:schemeClr>
                        </a:solidFill>
                        <a:effectLst/>
                        <a:latin typeface="+mn-lt"/>
                      </a:endParaRPr>
                    </a:p>
                    <a:p>
                      <a:pPr algn="l" rtl="0" fontAlgn="b">
                        <a:buNone/>
                      </a:pPr>
                      <a:r>
                        <a:rPr lang="ja-JP" altLang="en-US" sz="1600" dirty="0">
                          <a:solidFill>
                            <a:schemeClr val="accent4">
                              <a:lumMod val="50000"/>
                            </a:schemeClr>
                          </a:solidFill>
                          <a:effectLst/>
                          <a:latin typeface="+mn-lt"/>
                        </a:rPr>
                        <a:t>購入の障害を取り除く（要事実確認）</a:t>
                      </a:r>
                    </a:p>
                  </a:txBody>
                  <a:tcPr marL="1426" marR="1426" marT="951" marB="95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5473286"/>
                  </a:ext>
                </a:extLst>
              </a:tr>
            </a:tbl>
          </a:graphicData>
        </a:graphic>
      </p:graphicFrame>
    </p:spTree>
    <p:extLst>
      <p:ext uri="{BB962C8B-B14F-4D97-AF65-F5344CB8AC3E}">
        <p14:creationId xmlns:p14="http://schemas.microsoft.com/office/powerpoint/2010/main" val="3271682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D805E-1E75-DC3A-0F15-B803722BB948}"/>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1121D15A-1B4E-F2B8-DD70-DE8EC015E55D}"/>
              </a:ext>
            </a:extLst>
          </p:cNvPr>
          <p:cNvSpPr txBox="1">
            <a:spLocks noGrp="1"/>
          </p:cNvSpPr>
          <p:nvPr>
            <p:ph type="title"/>
          </p:nvPr>
        </p:nvSpPr>
        <p:spPr>
          <a:xfrm>
            <a:off x="623532" y="633778"/>
            <a:ext cx="6464182" cy="355951"/>
          </a:xfrm>
          <a:prstGeom prst="rect">
            <a:avLst/>
          </a:prstGeom>
        </p:spPr>
        <p:txBody>
          <a:bodyPr vert="horz" wrap="square" lIns="0" tIns="7196" rIns="0" bIns="0" rtlCol="0">
            <a:spAutoFit/>
          </a:bodyPr>
          <a:lstStyle/>
          <a:p>
            <a:pPr marL="6257">
              <a:spcBef>
                <a:spcPts val="56"/>
              </a:spcBef>
            </a:pPr>
            <a:r>
              <a:rPr lang="en-US" altLang="ja-JP" spc="94" dirty="0">
                <a:solidFill>
                  <a:schemeClr val="accent4">
                    <a:lumMod val="50000"/>
                  </a:schemeClr>
                </a:solidFill>
                <a:latin typeface="+mn-lt"/>
              </a:rPr>
              <a:t>LP</a:t>
            </a:r>
            <a:r>
              <a:rPr lang="ja-JP" altLang="en-US" spc="94" dirty="0">
                <a:solidFill>
                  <a:schemeClr val="accent4">
                    <a:lumMod val="50000"/>
                  </a:schemeClr>
                </a:solidFill>
                <a:latin typeface="+mn-lt"/>
              </a:rPr>
              <a:t>①　夜寝れないあなたへ軸　</a:t>
            </a:r>
            <a:r>
              <a:rPr lang="en-US" altLang="ja-JP" spc="94" dirty="0">
                <a:solidFill>
                  <a:schemeClr val="accent4">
                    <a:lumMod val="50000"/>
                  </a:schemeClr>
                </a:solidFill>
                <a:latin typeface="+mn-lt"/>
              </a:rPr>
              <a:t>FV</a:t>
            </a:r>
            <a:r>
              <a:rPr lang="ja-JP" altLang="en-US" spc="94" dirty="0">
                <a:solidFill>
                  <a:schemeClr val="accent4">
                    <a:lumMod val="50000"/>
                  </a:schemeClr>
                </a:solidFill>
                <a:latin typeface="+mn-lt"/>
              </a:rPr>
              <a:t>イメージ</a:t>
            </a:r>
            <a:endParaRPr spc="94" dirty="0">
              <a:solidFill>
                <a:schemeClr val="accent4">
                  <a:lumMod val="50000"/>
                </a:schemeClr>
              </a:solidFill>
              <a:latin typeface="+mn-lt"/>
            </a:endParaRPr>
          </a:p>
        </p:txBody>
      </p:sp>
      <p:grpSp>
        <p:nvGrpSpPr>
          <p:cNvPr id="33" name="グループ化 32">
            <a:extLst>
              <a:ext uri="{FF2B5EF4-FFF2-40B4-BE49-F238E27FC236}">
                <a16:creationId xmlns:a16="http://schemas.microsoft.com/office/drawing/2014/main" id="{E2DCC333-0811-06DB-9C7E-8CF5AD7B780A}"/>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0090E19E-D3B7-2973-8E88-3B7206C74DB1}"/>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A5DD0737-294E-8970-6C11-C6B163AA03F5}"/>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B1B78A95-8466-5FF1-B04C-B2DAA1229022}"/>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B5E02795-BB49-4C86-1FBA-4CEF70462521}"/>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FA8E0305-C3E5-D0E0-E882-804822D48DD5}"/>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F6131266-2C0D-EA72-6481-BE7592808863}"/>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3511CD41-C866-79DF-60A4-7961CE80E2BD}"/>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6" name="スライド番号プレースホルダー 5">
            <a:extLst>
              <a:ext uri="{FF2B5EF4-FFF2-40B4-BE49-F238E27FC236}">
                <a16:creationId xmlns:a16="http://schemas.microsoft.com/office/drawing/2014/main" id="{FDE9FC46-786B-4061-56D8-9BDD2F404ACA}"/>
              </a:ext>
            </a:extLst>
          </p:cNvPr>
          <p:cNvSpPr>
            <a:spLocks noGrp="1"/>
          </p:cNvSpPr>
          <p:nvPr>
            <p:ph type="sldNum" sz="quarter" idx="7"/>
          </p:nvPr>
        </p:nvSpPr>
        <p:spPr/>
        <p:txBody>
          <a:bodyPr/>
          <a:lstStyle/>
          <a:p>
            <a:fld id="{B6F15528-21DE-4FAA-801E-634DDDAF4B2B}" type="slidenum">
              <a:rPr lang="en-US" altLang="ja-JP" smtClean="0"/>
              <a:pPr/>
              <a:t>13</a:t>
            </a:fld>
            <a:endParaRPr lang="ja-JP" altLang="en-US" sz="1100" dirty="0"/>
          </a:p>
        </p:txBody>
      </p:sp>
    </p:spTree>
    <p:extLst>
      <p:ext uri="{BB962C8B-B14F-4D97-AF65-F5344CB8AC3E}">
        <p14:creationId xmlns:p14="http://schemas.microsoft.com/office/powerpoint/2010/main" val="1740766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AC6E2-1ECD-EFD9-B5B0-2BE2F0BB1F70}"/>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58C7DDBD-F7F9-0316-6192-4D28229ACD4C}"/>
              </a:ext>
            </a:extLst>
          </p:cNvPr>
          <p:cNvSpPr txBox="1">
            <a:spLocks noGrp="1"/>
          </p:cNvSpPr>
          <p:nvPr>
            <p:ph type="title"/>
          </p:nvPr>
        </p:nvSpPr>
        <p:spPr>
          <a:xfrm>
            <a:off x="623532" y="633778"/>
            <a:ext cx="6464182" cy="355951"/>
          </a:xfrm>
          <a:prstGeom prst="rect">
            <a:avLst/>
          </a:prstGeom>
        </p:spPr>
        <p:txBody>
          <a:bodyPr vert="horz" wrap="square" lIns="0" tIns="7196" rIns="0" bIns="0" rtlCol="0">
            <a:spAutoFit/>
          </a:bodyPr>
          <a:lstStyle/>
          <a:p>
            <a:pPr marL="6257">
              <a:spcBef>
                <a:spcPts val="56"/>
              </a:spcBef>
            </a:pPr>
            <a:r>
              <a:rPr lang="en-US" altLang="ja-JP" spc="94" dirty="0">
                <a:solidFill>
                  <a:schemeClr val="accent4">
                    <a:lumMod val="50000"/>
                  </a:schemeClr>
                </a:solidFill>
                <a:latin typeface="+mn-lt"/>
              </a:rPr>
              <a:t>LP</a:t>
            </a:r>
            <a:r>
              <a:rPr lang="ja-JP" altLang="en-US" spc="94" dirty="0">
                <a:solidFill>
                  <a:schemeClr val="accent4">
                    <a:lumMod val="50000"/>
                  </a:schemeClr>
                </a:solidFill>
                <a:latin typeface="+mn-lt"/>
              </a:rPr>
              <a:t>①　夜寝れないあなたへ軸　広告戦略</a:t>
            </a:r>
            <a:endParaRPr spc="94" dirty="0">
              <a:solidFill>
                <a:schemeClr val="accent4">
                  <a:lumMod val="50000"/>
                </a:schemeClr>
              </a:solidFill>
              <a:latin typeface="+mn-lt"/>
            </a:endParaRPr>
          </a:p>
        </p:txBody>
      </p:sp>
      <p:grpSp>
        <p:nvGrpSpPr>
          <p:cNvPr id="33" name="グループ化 32">
            <a:extLst>
              <a:ext uri="{FF2B5EF4-FFF2-40B4-BE49-F238E27FC236}">
                <a16:creationId xmlns:a16="http://schemas.microsoft.com/office/drawing/2014/main" id="{9449EBF9-8F24-AB3A-1F27-9E72DE10DA9A}"/>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D8D2134F-B966-2E1A-9C53-0D7950780A90}"/>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FD252818-79FE-3D6E-3933-5985797540C4}"/>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C54463F1-0BD9-AA56-ADA8-3258EDB2FC40}"/>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BDD4E289-D183-63EA-468B-5C6D8C513728}"/>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4C995E37-8775-2AB1-9389-2E19F13D1E5A}"/>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64C9D2C8-07E4-1A8D-28F2-7A9A5C60B27E}"/>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41CDD733-06E2-50C5-907D-3AC69DAF5688}"/>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6" name="スライド番号プレースホルダー 5">
            <a:extLst>
              <a:ext uri="{FF2B5EF4-FFF2-40B4-BE49-F238E27FC236}">
                <a16:creationId xmlns:a16="http://schemas.microsoft.com/office/drawing/2014/main" id="{26CE5F27-2E49-2A16-670B-B3793DDA709C}"/>
              </a:ext>
            </a:extLst>
          </p:cNvPr>
          <p:cNvSpPr>
            <a:spLocks noGrp="1"/>
          </p:cNvSpPr>
          <p:nvPr>
            <p:ph type="sldNum" sz="quarter" idx="7"/>
          </p:nvPr>
        </p:nvSpPr>
        <p:spPr/>
        <p:txBody>
          <a:bodyPr/>
          <a:lstStyle/>
          <a:p>
            <a:fld id="{B6F15528-21DE-4FAA-801E-634DDDAF4B2B}" type="slidenum">
              <a:rPr lang="en-US" altLang="ja-JP" smtClean="0"/>
              <a:pPr/>
              <a:t>14</a:t>
            </a:fld>
            <a:endParaRPr lang="ja-JP" altLang="en-US" sz="1100" dirty="0"/>
          </a:p>
        </p:txBody>
      </p:sp>
      <p:sp>
        <p:nvSpPr>
          <p:cNvPr id="3" name="object 14">
            <a:extLst>
              <a:ext uri="{FF2B5EF4-FFF2-40B4-BE49-F238E27FC236}">
                <a16:creationId xmlns:a16="http://schemas.microsoft.com/office/drawing/2014/main" id="{AA1FD244-8B6A-A0AA-899E-E790A68A4D73}"/>
              </a:ext>
            </a:extLst>
          </p:cNvPr>
          <p:cNvSpPr txBox="1"/>
          <p:nvPr/>
        </p:nvSpPr>
        <p:spPr>
          <a:xfrm>
            <a:off x="959659" y="1274039"/>
            <a:ext cx="7986681" cy="1651224"/>
          </a:xfrm>
          <a:prstGeom prst="rect">
            <a:avLst/>
          </a:prstGeom>
        </p:spPr>
        <p:txBody>
          <a:bodyPr vert="horz" wrap="square" lIns="0" tIns="8448" rIns="0" bIns="0" rtlCol="0">
            <a:spAutoFit/>
          </a:bodyPr>
          <a:lstStyle/>
          <a:p>
            <a:pPr marL="6257" algn="l">
              <a:lnSpc>
                <a:spcPct val="150000"/>
              </a:lnSpc>
              <a:spcBef>
                <a:spcPts val="67"/>
              </a:spcBef>
            </a:pPr>
            <a:r>
              <a:rPr lang="ja-JP" altLang="en-US" b="1" spc="-12" dirty="0">
                <a:solidFill>
                  <a:srgbClr val="2C4C76"/>
                </a:solidFill>
                <a:latin typeface="+mn-ea"/>
                <a:ea typeface="+mn-ea"/>
                <a:cs typeface="Yu Gothic Pr6N D"/>
              </a:rPr>
              <a:t>■広告文候補</a:t>
            </a: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rgbClr val="2C4C76"/>
                </a:solidFill>
                <a:latin typeface="+mn-ea"/>
                <a:ea typeface="+mn-ea"/>
                <a:cs typeface="Yu Gothic Pr6N D"/>
              </a:rPr>
              <a:t>見出し文：かゆみで起きる夜、何回目？</a:t>
            </a: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chemeClr val="accent4">
                    <a:lumMod val="50000"/>
                  </a:schemeClr>
                </a:solidFill>
                <a:latin typeface="+mn-ea"/>
                <a:ea typeface="+mn-ea"/>
                <a:cs typeface="Yu Gothic Pr6N D"/>
              </a:rPr>
              <a:t>本文：</a:t>
            </a:r>
            <a:r>
              <a:rPr lang="ja-JP" altLang="en-US" dirty="0">
                <a:solidFill>
                  <a:schemeClr val="accent4">
                    <a:lumMod val="50000"/>
                  </a:schemeClr>
                </a:solidFill>
              </a:rPr>
              <a:t>会議・商談・接客。寝不足はパフォーマンスに直結する。頭皮への刺激を増やさない選び方へ。 </a:t>
            </a:r>
            <a:endParaRPr lang="en-US" altLang="ja-JP" b="1" spc="-12" dirty="0">
              <a:solidFill>
                <a:schemeClr val="accent4">
                  <a:lumMod val="50000"/>
                </a:schemeClr>
              </a:solidFill>
              <a:latin typeface="+mn-ea"/>
              <a:ea typeface="+mn-ea"/>
              <a:cs typeface="Yu Gothic Pr6N D"/>
            </a:endParaRPr>
          </a:p>
        </p:txBody>
      </p:sp>
      <p:sp>
        <p:nvSpPr>
          <p:cNvPr id="4" name="object 14">
            <a:extLst>
              <a:ext uri="{FF2B5EF4-FFF2-40B4-BE49-F238E27FC236}">
                <a16:creationId xmlns:a16="http://schemas.microsoft.com/office/drawing/2014/main" id="{F3F7B5C8-E524-8266-5C41-DF65EDE716EB}"/>
              </a:ext>
            </a:extLst>
          </p:cNvPr>
          <p:cNvSpPr txBox="1"/>
          <p:nvPr/>
        </p:nvSpPr>
        <p:spPr>
          <a:xfrm>
            <a:off x="984468" y="3236766"/>
            <a:ext cx="7986681" cy="384467"/>
          </a:xfrm>
          <a:prstGeom prst="rect">
            <a:avLst/>
          </a:prstGeom>
        </p:spPr>
        <p:txBody>
          <a:bodyPr vert="horz" wrap="square" lIns="0" tIns="8448" rIns="0" bIns="0" rtlCol="0">
            <a:spAutoFit/>
          </a:bodyPr>
          <a:lstStyle/>
          <a:p>
            <a:pPr marL="6257" algn="l">
              <a:lnSpc>
                <a:spcPct val="150000"/>
              </a:lnSpc>
              <a:spcBef>
                <a:spcPts val="67"/>
              </a:spcBef>
            </a:pPr>
            <a:r>
              <a:rPr lang="ja-JP" altLang="en-US" b="1" spc="-12" dirty="0">
                <a:solidFill>
                  <a:srgbClr val="2C4C76"/>
                </a:solidFill>
                <a:latin typeface="+mn-ea"/>
                <a:ea typeface="+mn-ea"/>
                <a:cs typeface="Yu Gothic Pr6N D"/>
              </a:rPr>
              <a:t>■広告クリエイティブイメージ</a:t>
            </a:r>
            <a:endParaRPr lang="en-US" altLang="ja-JP" b="1" spc="-12" dirty="0">
              <a:solidFill>
                <a:srgbClr val="2C4C76"/>
              </a:solidFill>
              <a:latin typeface="+mn-ea"/>
              <a:ea typeface="+mn-ea"/>
              <a:cs typeface="Yu Gothic Pr6N D"/>
            </a:endParaRPr>
          </a:p>
        </p:txBody>
      </p:sp>
    </p:spTree>
    <p:extLst>
      <p:ext uri="{BB962C8B-B14F-4D97-AF65-F5344CB8AC3E}">
        <p14:creationId xmlns:p14="http://schemas.microsoft.com/office/powerpoint/2010/main" val="123904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32D3A-DC95-F49C-10B3-2DAD1244855E}"/>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4170EE18-46A9-5F04-3684-31D8793C393D}"/>
              </a:ext>
            </a:extLst>
          </p:cNvPr>
          <p:cNvSpPr txBox="1">
            <a:spLocks noGrp="1"/>
          </p:cNvSpPr>
          <p:nvPr>
            <p:ph type="title"/>
          </p:nvPr>
        </p:nvSpPr>
        <p:spPr>
          <a:xfrm>
            <a:off x="623532" y="633778"/>
            <a:ext cx="5792706" cy="355951"/>
          </a:xfrm>
          <a:prstGeom prst="rect">
            <a:avLst/>
          </a:prstGeom>
        </p:spPr>
        <p:txBody>
          <a:bodyPr vert="horz" wrap="square" lIns="0" tIns="7196" rIns="0" bIns="0" rtlCol="0">
            <a:spAutoFit/>
          </a:bodyPr>
          <a:lstStyle/>
          <a:p>
            <a:pPr marL="6257">
              <a:spcBef>
                <a:spcPts val="56"/>
              </a:spcBef>
            </a:pPr>
            <a:r>
              <a:rPr lang="en-US" altLang="ja-JP" spc="94" dirty="0">
                <a:latin typeface="+mn-lt"/>
              </a:rPr>
              <a:t>LP</a:t>
            </a:r>
            <a:r>
              <a:rPr lang="ja-JP" altLang="en-US" spc="94" dirty="0">
                <a:latin typeface="+mn-lt"/>
              </a:rPr>
              <a:t>②　人前に出るのが・・・軸　構成案</a:t>
            </a:r>
            <a:endParaRPr spc="94" dirty="0">
              <a:latin typeface="+mn-lt"/>
            </a:endParaRPr>
          </a:p>
        </p:txBody>
      </p:sp>
      <p:grpSp>
        <p:nvGrpSpPr>
          <p:cNvPr id="33" name="グループ化 32">
            <a:extLst>
              <a:ext uri="{FF2B5EF4-FFF2-40B4-BE49-F238E27FC236}">
                <a16:creationId xmlns:a16="http://schemas.microsoft.com/office/drawing/2014/main" id="{11707844-C704-3612-C009-511C09137F60}"/>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74EA0030-2149-A267-CCDB-88110FA7BF57}"/>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CF241D02-0C32-0890-8D2D-A844EAC8B91B}"/>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79E21617-6FCD-8ECD-A26C-93567BF4B2C3}"/>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12A3EB19-D8FD-9AD7-9C22-C98C3F2EF4E8}"/>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92F331CA-335A-A6C2-253C-AF7936989B33}"/>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6F5FA755-C2CD-9880-B2BA-A40944E2B002}"/>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55254E38-23B4-0092-28C4-1F35EFF19EA9}"/>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6" name="スライド番号プレースホルダー 5">
            <a:extLst>
              <a:ext uri="{FF2B5EF4-FFF2-40B4-BE49-F238E27FC236}">
                <a16:creationId xmlns:a16="http://schemas.microsoft.com/office/drawing/2014/main" id="{949F58E2-9235-356F-B81A-104011BEE9F2}"/>
              </a:ext>
            </a:extLst>
          </p:cNvPr>
          <p:cNvSpPr>
            <a:spLocks noGrp="1"/>
          </p:cNvSpPr>
          <p:nvPr>
            <p:ph type="sldNum" sz="quarter" idx="7"/>
          </p:nvPr>
        </p:nvSpPr>
        <p:spPr/>
        <p:txBody>
          <a:bodyPr/>
          <a:lstStyle/>
          <a:p>
            <a:fld id="{B6F15528-21DE-4FAA-801E-634DDDAF4B2B}" type="slidenum">
              <a:rPr lang="en-US" altLang="ja-JP" smtClean="0"/>
              <a:pPr/>
              <a:t>15</a:t>
            </a:fld>
            <a:endParaRPr lang="ja-JP" altLang="en-US" sz="1100" dirty="0"/>
          </a:p>
        </p:txBody>
      </p:sp>
      <p:graphicFrame>
        <p:nvGraphicFramePr>
          <p:cNvPr id="2" name="表 1">
            <a:extLst>
              <a:ext uri="{FF2B5EF4-FFF2-40B4-BE49-F238E27FC236}">
                <a16:creationId xmlns:a16="http://schemas.microsoft.com/office/drawing/2014/main" id="{36782C73-395C-D359-8173-19610C956F96}"/>
              </a:ext>
            </a:extLst>
          </p:cNvPr>
          <p:cNvGraphicFramePr>
            <a:graphicFrameLocks noGrp="1"/>
          </p:cNvGraphicFramePr>
          <p:nvPr>
            <p:extLst>
              <p:ext uri="{D42A27DB-BD31-4B8C-83A1-F6EECF244321}">
                <p14:modId xmlns:p14="http://schemas.microsoft.com/office/powerpoint/2010/main" val="2231805473"/>
              </p:ext>
            </p:extLst>
          </p:nvPr>
        </p:nvGraphicFramePr>
        <p:xfrm>
          <a:off x="385110" y="1347476"/>
          <a:ext cx="9216089" cy="4886500"/>
        </p:xfrm>
        <a:graphic>
          <a:graphicData uri="http://schemas.openxmlformats.org/drawingml/2006/table">
            <a:tbl>
              <a:tblPr/>
              <a:tblGrid>
                <a:gridCol w="474045">
                  <a:extLst>
                    <a:ext uri="{9D8B030D-6E8A-4147-A177-3AD203B41FA5}">
                      <a16:colId xmlns:a16="http://schemas.microsoft.com/office/drawing/2014/main" val="3739038185"/>
                    </a:ext>
                  </a:extLst>
                </a:gridCol>
                <a:gridCol w="989660">
                  <a:extLst>
                    <a:ext uri="{9D8B030D-6E8A-4147-A177-3AD203B41FA5}">
                      <a16:colId xmlns:a16="http://schemas.microsoft.com/office/drawing/2014/main" val="2304195428"/>
                    </a:ext>
                  </a:extLst>
                </a:gridCol>
                <a:gridCol w="3463835">
                  <a:extLst>
                    <a:ext uri="{9D8B030D-6E8A-4147-A177-3AD203B41FA5}">
                      <a16:colId xmlns:a16="http://schemas.microsoft.com/office/drawing/2014/main" val="484928432"/>
                    </a:ext>
                  </a:extLst>
                </a:gridCol>
                <a:gridCol w="4288549">
                  <a:extLst>
                    <a:ext uri="{9D8B030D-6E8A-4147-A177-3AD203B41FA5}">
                      <a16:colId xmlns:a16="http://schemas.microsoft.com/office/drawing/2014/main" val="3100931150"/>
                    </a:ext>
                  </a:extLst>
                </a:gridCol>
              </a:tblGrid>
              <a:tr h="288532">
                <a:tc>
                  <a:txBody>
                    <a:bodyPr/>
                    <a:lstStyle/>
                    <a:p>
                      <a:pPr algn="ctr" rtl="0" fontAlgn="b">
                        <a:buNone/>
                      </a:pPr>
                      <a:r>
                        <a:rPr lang="ja-JP" altLang="en-US" sz="1600" b="1" dirty="0">
                          <a:solidFill>
                            <a:schemeClr val="accent4">
                              <a:lumMod val="50000"/>
                            </a:schemeClr>
                          </a:solidFill>
                          <a:effectLst/>
                        </a:rPr>
                        <a:t>項番</a:t>
                      </a:r>
                    </a:p>
                  </a:txBody>
                  <a:tcPr marL="1480" marR="1480" marT="987" marB="987" anchor="b">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FFFF"/>
                    </a:solidFill>
                  </a:tcPr>
                </a:tc>
                <a:tc>
                  <a:txBody>
                    <a:bodyPr/>
                    <a:lstStyle/>
                    <a:p>
                      <a:pPr algn="ctr" rtl="0" fontAlgn="b">
                        <a:buNone/>
                      </a:pPr>
                      <a:r>
                        <a:rPr lang="ja-JP" altLang="en-US" sz="1600" b="1" dirty="0">
                          <a:solidFill>
                            <a:schemeClr val="accent4">
                              <a:lumMod val="50000"/>
                            </a:schemeClr>
                          </a:solidFill>
                          <a:effectLst/>
                        </a:rPr>
                        <a:t>項目</a:t>
                      </a:r>
                    </a:p>
                  </a:txBody>
                  <a:tcPr marL="1480" marR="1480" marT="987" marB="987"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FFFF"/>
                    </a:solidFill>
                  </a:tcPr>
                </a:tc>
                <a:tc>
                  <a:txBody>
                    <a:bodyPr/>
                    <a:lstStyle/>
                    <a:p>
                      <a:pPr algn="ctr" rtl="0" fontAlgn="b">
                        <a:buNone/>
                      </a:pPr>
                      <a:r>
                        <a:rPr lang="ja-JP" altLang="en-US" sz="1600" b="1" dirty="0">
                          <a:solidFill>
                            <a:schemeClr val="accent4">
                              <a:lumMod val="50000"/>
                            </a:schemeClr>
                          </a:solidFill>
                          <a:effectLst/>
                        </a:rPr>
                        <a:t>役割</a:t>
                      </a:r>
                    </a:p>
                  </a:txBody>
                  <a:tcPr marL="1480" marR="1480" marT="987" marB="987"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FFFF"/>
                    </a:solidFill>
                  </a:tcPr>
                </a:tc>
                <a:tc>
                  <a:txBody>
                    <a:bodyPr/>
                    <a:lstStyle/>
                    <a:p>
                      <a:pPr algn="ctr" rtl="0" fontAlgn="b">
                        <a:buNone/>
                      </a:pPr>
                      <a:r>
                        <a:rPr lang="ja-JP" altLang="en-US" sz="1600" b="1" dirty="0">
                          <a:solidFill>
                            <a:schemeClr val="accent4">
                              <a:lumMod val="50000"/>
                            </a:schemeClr>
                          </a:solidFill>
                          <a:effectLst/>
                        </a:rPr>
                        <a:t>この場所である理由</a:t>
                      </a:r>
                    </a:p>
                  </a:txBody>
                  <a:tcPr marL="1480" marR="1480" marT="987" marB="987" anchor="b">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FFFF"/>
                    </a:solidFill>
                  </a:tcPr>
                </a:tc>
                <a:extLst>
                  <a:ext uri="{0D108BD9-81ED-4DB2-BD59-A6C34878D82A}">
                    <a16:rowId xmlns:a16="http://schemas.microsoft.com/office/drawing/2014/main" val="1177085304"/>
                  </a:ext>
                </a:extLst>
              </a:tr>
              <a:tr h="574746">
                <a:tc>
                  <a:txBody>
                    <a:bodyPr/>
                    <a:lstStyle/>
                    <a:p>
                      <a:pPr algn="ctr" rtl="0" fontAlgn="b">
                        <a:buNone/>
                      </a:pPr>
                      <a:r>
                        <a:rPr lang="en-US" altLang="ja-JP" sz="1600" dirty="0">
                          <a:solidFill>
                            <a:schemeClr val="accent4">
                              <a:lumMod val="50000"/>
                            </a:schemeClr>
                          </a:solidFill>
                          <a:effectLst/>
                        </a:rPr>
                        <a:t>1</a:t>
                      </a:r>
                    </a:p>
                  </a:txBody>
                  <a:tcPr marL="1480" marR="1480" marT="987" marB="987" anchor="ctr">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US" sz="1600" dirty="0">
                          <a:solidFill>
                            <a:schemeClr val="accent4">
                              <a:lumMod val="50000"/>
                            </a:schemeClr>
                          </a:solidFill>
                          <a:effectLst/>
                        </a:rPr>
                        <a:t>FV</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悩みと解決策の全体像を提示し、</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セット主</a:t>
                      </a:r>
                      <a:r>
                        <a:rPr lang="en-US" altLang="ja-JP" sz="1600" dirty="0">
                          <a:solidFill>
                            <a:schemeClr val="accent4">
                              <a:lumMod val="50000"/>
                            </a:schemeClr>
                          </a:solidFill>
                          <a:effectLst/>
                        </a:rPr>
                        <a:t>CTA</a:t>
                      </a:r>
                      <a:r>
                        <a:rPr lang="ja-JP" altLang="en-US" sz="1600" dirty="0">
                          <a:solidFill>
                            <a:schemeClr val="accent4">
                              <a:lumMod val="50000"/>
                            </a:schemeClr>
                          </a:solidFill>
                          <a:effectLst/>
                        </a:rPr>
                        <a:t>へ誘導する</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「黒い服を、もう一度。」で</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対人不安の入口を即一致させる</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6048414"/>
                  </a:ext>
                </a:extLst>
              </a:tr>
              <a:tr h="574746">
                <a:tc>
                  <a:txBody>
                    <a:bodyPr/>
                    <a:lstStyle/>
                    <a:p>
                      <a:pPr algn="ctr" rtl="0" fontAlgn="b">
                        <a:buNone/>
                      </a:pPr>
                      <a:r>
                        <a:rPr lang="en-US" altLang="ja-JP" sz="1600" dirty="0">
                          <a:solidFill>
                            <a:schemeClr val="accent4">
                              <a:lumMod val="50000"/>
                            </a:schemeClr>
                          </a:solidFill>
                          <a:effectLst/>
                        </a:rPr>
                        <a:t>2</a:t>
                      </a:r>
                    </a:p>
                  </a:txBody>
                  <a:tcPr marL="1480" marR="1480" marT="987" marB="987" anchor="ctr">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ja-JP" altLang="en-US" sz="1600">
                          <a:solidFill>
                            <a:schemeClr val="accent4">
                              <a:lumMod val="50000"/>
                            </a:schemeClr>
                          </a:solidFill>
                          <a:effectLst/>
                        </a:rPr>
                        <a:t>共感</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対人ストレスの具体で自分事化し、</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離脱を抑える</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en-US" altLang="ja-JP" sz="1600">
                          <a:solidFill>
                            <a:schemeClr val="accent4">
                              <a:lumMod val="50000"/>
                            </a:schemeClr>
                          </a:solidFill>
                          <a:effectLst/>
                        </a:rPr>
                        <a:t>FV</a:t>
                      </a:r>
                      <a:r>
                        <a:rPr lang="ja-JP" altLang="en-US" sz="1600">
                          <a:solidFill>
                            <a:schemeClr val="accent4">
                              <a:lumMod val="50000"/>
                            </a:schemeClr>
                          </a:solidFill>
                          <a:effectLst/>
                        </a:rPr>
                        <a:t>直後に“あるある”を置くと離脱が減る</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421024976"/>
                  </a:ext>
                </a:extLst>
              </a:tr>
              <a:tr h="574746">
                <a:tc>
                  <a:txBody>
                    <a:bodyPr/>
                    <a:lstStyle/>
                    <a:p>
                      <a:pPr algn="ctr" rtl="0" fontAlgn="b">
                        <a:buNone/>
                      </a:pPr>
                      <a:r>
                        <a:rPr lang="en-US" altLang="ja-JP" sz="1600">
                          <a:solidFill>
                            <a:schemeClr val="accent4">
                              <a:lumMod val="50000"/>
                            </a:schemeClr>
                          </a:solidFill>
                          <a:effectLst/>
                        </a:rPr>
                        <a:t>3</a:t>
                      </a:r>
                    </a:p>
                  </a:txBody>
                  <a:tcPr marL="1480" marR="1480" marT="987" marB="987" anchor="ctr">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ja-JP" altLang="en-US" sz="1600">
                          <a:solidFill>
                            <a:schemeClr val="accent4">
                              <a:lumMod val="50000"/>
                            </a:schemeClr>
                          </a:solidFill>
                          <a:effectLst/>
                        </a:rPr>
                        <a:t>原因</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フケの背景を整理し、</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解決策への納得を作る</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共感の次に原因を置くと、解決策が</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自然に入る（ここは丁寧に）</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503829386"/>
                  </a:ext>
                </a:extLst>
              </a:tr>
              <a:tr h="574746">
                <a:tc>
                  <a:txBody>
                    <a:bodyPr/>
                    <a:lstStyle/>
                    <a:p>
                      <a:pPr algn="ctr" rtl="0" fontAlgn="b">
                        <a:buNone/>
                      </a:pPr>
                      <a:r>
                        <a:rPr lang="en-US" altLang="ja-JP" sz="1600">
                          <a:solidFill>
                            <a:schemeClr val="accent4">
                              <a:lumMod val="50000"/>
                            </a:schemeClr>
                          </a:solidFill>
                          <a:effectLst/>
                        </a:rPr>
                        <a:t>4</a:t>
                      </a:r>
                    </a:p>
                  </a:txBody>
                  <a:tcPr marL="1480" marR="1480" marT="987" marB="987" anchor="ctr">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ja-JP" altLang="en-US" sz="1600">
                          <a:solidFill>
                            <a:schemeClr val="accent4">
                              <a:lumMod val="50000"/>
                            </a:schemeClr>
                          </a:solidFill>
                          <a:effectLst/>
                        </a:rPr>
                        <a:t>解決策</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解決の方針を提示し、</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商品理解へつなぐ</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原因→解決策で「なぜそれが必要か」を</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先に作る</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424600265"/>
                  </a:ext>
                </a:extLst>
              </a:tr>
              <a:tr h="574746">
                <a:tc>
                  <a:txBody>
                    <a:bodyPr/>
                    <a:lstStyle/>
                    <a:p>
                      <a:pPr algn="ctr" rtl="0" fontAlgn="b">
                        <a:buNone/>
                      </a:pPr>
                      <a:r>
                        <a:rPr lang="en-US" altLang="ja-JP" sz="1600">
                          <a:solidFill>
                            <a:schemeClr val="accent4">
                              <a:lumMod val="50000"/>
                            </a:schemeClr>
                          </a:solidFill>
                          <a:effectLst/>
                        </a:rPr>
                        <a:t>5</a:t>
                      </a:r>
                    </a:p>
                  </a:txBody>
                  <a:tcPr marL="1480" marR="1480" marT="987" marB="987" anchor="ctr">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ja-JP" altLang="en-US" sz="1600">
                          <a:solidFill>
                            <a:schemeClr val="accent4">
                              <a:lumMod val="50000"/>
                            </a:schemeClr>
                          </a:solidFill>
                          <a:effectLst/>
                        </a:rPr>
                        <a:t>商品情報</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成分・使い方・特徴を具体化して</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判断材料を揃える</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購入判断の材料を先に揃える</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（スペック要確認）</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555665446"/>
                  </a:ext>
                </a:extLst>
              </a:tr>
              <a:tr h="574746">
                <a:tc>
                  <a:txBody>
                    <a:bodyPr/>
                    <a:lstStyle/>
                    <a:p>
                      <a:pPr algn="ctr" rtl="0" fontAlgn="b">
                        <a:buNone/>
                      </a:pPr>
                      <a:r>
                        <a:rPr lang="en-US" altLang="ja-JP" sz="1600">
                          <a:solidFill>
                            <a:schemeClr val="accent4">
                              <a:lumMod val="50000"/>
                            </a:schemeClr>
                          </a:solidFill>
                          <a:effectLst/>
                        </a:rPr>
                        <a:t>6</a:t>
                      </a:r>
                    </a:p>
                  </a:txBody>
                  <a:tcPr marL="1480" marR="1480" marT="987" marB="987" anchor="ctr">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ja-JP" altLang="en-US" sz="1600">
                          <a:solidFill>
                            <a:schemeClr val="accent4">
                              <a:lumMod val="50000"/>
                            </a:schemeClr>
                          </a:solidFill>
                          <a:effectLst/>
                        </a:rPr>
                        <a:t>レビュー</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生活改善＋使用感で信頼と安心を作る</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対人不安は体験談が効く。生活改善をメイン、</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使用感をサブに置く</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830459041"/>
                  </a:ext>
                </a:extLst>
              </a:tr>
              <a:tr h="574746">
                <a:tc>
                  <a:txBody>
                    <a:bodyPr/>
                    <a:lstStyle/>
                    <a:p>
                      <a:pPr algn="ctr" rtl="0" fontAlgn="b">
                        <a:buNone/>
                      </a:pPr>
                      <a:r>
                        <a:rPr lang="en-US" altLang="ja-JP" sz="1600">
                          <a:solidFill>
                            <a:schemeClr val="accent4">
                              <a:lumMod val="50000"/>
                            </a:schemeClr>
                          </a:solidFill>
                          <a:effectLst/>
                        </a:rPr>
                        <a:t>7</a:t>
                      </a:r>
                    </a:p>
                  </a:txBody>
                  <a:tcPr marL="1480" marR="1480" marT="987" marB="987" anchor="ctr">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ja-JP" altLang="en-US" sz="1600">
                          <a:solidFill>
                            <a:schemeClr val="accent4">
                              <a:lumMod val="50000"/>
                            </a:schemeClr>
                          </a:solidFill>
                          <a:effectLst/>
                        </a:rPr>
                        <a:t>比較</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迷いを整理し、選ぶ理由を</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明確化する</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レビュー後に置くと「他でも良い？」を</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潰しやすい（競合名は控えめ）</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560387338"/>
                  </a:ext>
                </a:extLst>
              </a:tr>
              <a:tr h="574746">
                <a:tc>
                  <a:txBody>
                    <a:bodyPr/>
                    <a:lstStyle/>
                    <a:p>
                      <a:pPr algn="ctr" rtl="0" fontAlgn="b">
                        <a:buNone/>
                      </a:pPr>
                      <a:r>
                        <a:rPr lang="en-US" altLang="ja-JP" sz="1600">
                          <a:solidFill>
                            <a:schemeClr val="accent4">
                              <a:lumMod val="50000"/>
                            </a:schemeClr>
                          </a:solidFill>
                          <a:effectLst/>
                        </a:rPr>
                        <a:t>8</a:t>
                      </a:r>
                    </a:p>
                  </a:txBody>
                  <a:tcPr marL="1480" marR="1480" marT="987" marB="987" anchor="ctr">
                    <a:lnL w="6350" cap="flat" cmpd="sng" algn="ctr">
                      <a:solidFill>
                        <a:srgbClr val="000000"/>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600">
                          <a:solidFill>
                            <a:schemeClr val="accent4">
                              <a:lumMod val="50000"/>
                            </a:schemeClr>
                          </a:solidFill>
                          <a:effectLst/>
                        </a:rPr>
                        <a:t>FAQ</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使用感や適合不安を回収して</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離脱を防ぐ</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buNone/>
                      </a:pPr>
                      <a:r>
                        <a:rPr lang="ja-JP" altLang="en-US" sz="1600" dirty="0">
                          <a:solidFill>
                            <a:schemeClr val="accent4">
                              <a:lumMod val="50000"/>
                            </a:schemeClr>
                          </a:solidFill>
                          <a:effectLst/>
                        </a:rPr>
                        <a:t>使用感不安が強いので最後に回収して</a:t>
                      </a:r>
                      <a:endParaRPr lang="en-US" altLang="ja-JP" sz="1600" dirty="0">
                        <a:solidFill>
                          <a:schemeClr val="accent4">
                            <a:lumMod val="50000"/>
                          </a:schemeClr>
                        </a:solidFill>
                        <a:effectLst/>
                      </a:endParaRPr>
                    </a:p>
                    <a:p>
                      <a:pPr algn="l" rtl="0" fontAlgn="b">
                        <a:buNone/>
                      </a:pPr>
                      <a:r>
                        <a:rPr lang="ja-JP" altLang="en-US" sz="1600" dirty="0">
                          <a:solidFill>
                            <a:schemeClr val="accent4">
                              <a:lumMod val="50000"/>
                            </a:schemeClr>
                          </a:solidFill>
                          <a:effectLst/>
                        </a:rPr>
                        <a:t>購入障壁を落とす（要事実確認）</a:t>
                      </a:r>
                    </a:p>
                  </a:txBody>
                  <a:tcPr marL="1480" marR="1480" marT="987" marB="987" anchor="ctr">
                    <a:lnL w="6350" cap="flat" cmpd="sng" algn="ctr">
                      <a:solidFill>
                        <a:srgbClr val="CCCCCC"/>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1963764"/>
                  </a:ext>
                </a:extLst>
              </a:tr>
            </a:tbl>
          </a:graphicData>
        </a:graphic>
      </p:graphicFrame>
    </p:spTree>
    <p:extLst>
      <p:ext uri="{BB962C8B-B14F-4D97-AF65-F5344CB8AC3E}">
        <p14:creationId xmlns:p14="http://schemas.microsoft.com/office/powerpoint/2010/main" val="1544457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1CA3E-6561-BD7B-8855-F76748A3FA6D}"/>
            </a:ext>
          </a:extLst>
        </p:cNvPr>
        <p:cNvGrpSpPr/>
        <p:nvPr/>
      </p:nvGrpSpPr>
      <p:grpSpPr>
        <a:xfrm>
          <a:off x="0" y="0"/>
          <a:ext cx="0" cy="0"/>
          <a:chOff x="0" y="0"/>
          <a:chExt cx="0" cy="0"/>
        </a:xfrm>
      </p:grpSpPr>
      <p:grpSp>
        <p:nvGrpSpPr>
          <p:cNvPr id="33" name="グループ化 32">
            <a:extLst>
              <a:ext uri="{FF2B5EF4-FFF2-40B4-BE49-F238E27FC236}">
                <a16:creationId xmlns:a16="http://schemas.microsoft.com/office/drawing/2014/main" id="{BCE2C02E-B650-7D08-F502-11261F7011F7}"/>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3995BE6E-C83E-D2DD-4EB3-EE71D2A78D21}"/>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D66681C0-9609-E27C-B76C-BD6D046FE4F1}"/>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31461285-9F96-4522-3779-BE187463323E}"/>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93855724-1836-74D1-2B07-7410C01477C2}"/>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601E2EB3-4B67-DD4D-EADD-AD89DE990AAE}"/>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04968351-6F96-6BEA-9900-5FD66669B006}"/>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96A7C540-FC8E-30A2-571F-3C9611E7AD29}"/>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6" name="スライド番号プレースホルダー 5">
            <a:extLst>
              <a:ext uri="{FF2B5EF4-FFF2-40B4-BE49-F238E27FC236}">
                <a16:creationId xmlns:a16="http://schemas.microsoft.com/office/drawing/2014/main" id="{A2877FD7-EBB8-8978-DA2A-28878B9EA1C7}"/>
              </a:ext>
            </a:extLst>
          </p:cNvPr>
          <p:cNvSpPr>
            <a:spLocks noGrp="1"/>
          </p:cNvSpPr>
          <p:nvPr>
            <p:ph type="sldNum" sz="quarter" idx="7"/>
          </p:nvPr>
        </p:nvSpPr>
        <p:spPr/>
        <p:txBody>
          <a:bodyPr/>
          <a:lstStyle/>
          <a:p>
            <a:fld id="{B6F15528-21DE-4FAA-801E-634DDDAF4B2B}" type="slidenum">
              <a:rPr lang="en-US" altLang="ja-JP" smtClean="0"/>
              <a:pPr/>
              <a:t>16</a:t>
            </a:fld>
            <a:endParaRPr lang="ja-JP" altLang="en-US" sz="1100" dirty="0"/>
          </a:p>
        </p:txBody>
      </p:sp>
      <p:sp>
        <p:nvSpPr>
          <p:cNvPr id="8" name="object 5">
            <a:extLst>
              <a:ext uri="{FF2B5EF4-FFF2-40B4-BE49-F238E27FC236}">
                <a16:creationId xmlns:a16="http://schemas.microsoft.com/office/drawing/2014/main" id="{5405A84C-A6D6-C221-C138-26EB3EC73547}"/>
              </a:ext>
            </a:extLst>
          </p:cNvPr>
          <p:cNvSpPr txBox="1">
            <a:spLocks noGrp="1"/>
          </p:cNvSpPr>
          <p:nvPr>
            <p:ph type="title"/>
          </p:nvPr>
        </p:nvSpPr>
        <p:spPr>
          <a:xfrm>
            <a:off x="623532" y="633778"/>
            <a:ext cx="6386868" cy="355951"/>
          </a:xfrm>
          <a:prstGeom prst="rect">
            <a:avLst/>
          </a:prstGeom>
        </p:spPr>
        <p:txBody>
          <a:bodyPr vert="horz" wrap="square" lIns="0" tIns="7196" rIns="0" bIns="0" rtlCol="0">
            <a:spAutoFit/>
          </a:bodyPr>
          <a:lstStyle/>
          <a:p>
            <a:pPr marL="6257">
              <a:spcBef>
                <a:spcPts val="56"/>
              </a:spcBef>
            </a:pPr>
            <a:r>
              <a:rPr lang="en-US" altLang="ja-JP" spc="94" dirty="0">
                <a:latin typeface="+mn-lt"/>
              </a:rPr>
              <a:t>LP</a:t>
            </a:r>
            <a:r>
              <a:rPr lang="ja-JP" altLang="en-US" spc="94" dirty="0">
                <a:latin typeface="+mn-lt"/>
              </a:rPr>
              <a:t>②　人前に出るのが・・・軸　</a:t>
            </a:r>
            <a:r>
              <a:rPr lang="en-US" altLang="ja-JP" spc="94" dirty="0">
                <a:latin typeface="+mn-lt"/>
              </a:rPr>
              <a:t>FV</a:t>
            </a:r>
            <a:r>
              <a:rPr lang="ja-JP" altLang="en-US" spc="94" dirty="0">
                <a:latin typeface="+mn-lt"/>
              </a:rPr>
              <a:t>イメージ</a:t>
            </a:r>
            <a:endParaRPr spc="94" dirty="0">
              <a:latin typeface="+mn-lt"/>
            </a:endParaRPr>
          </a:p>
        </p:txBody>
      </p:sp>
    </p:spTree>
    <p:extLst>
      <p:ext uri="{BB962C8B-B14F-4D97-AF65-F5344CB8AC3E}">
        <p14:creationId xmlns:p14="http://schemas.microsoft.com/office/powerpoint/2010/main" val="3612068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3D9D5-FB50-B082-B877-63B7E5D71E07}"/>
            </a:ext>
          </a:extLst>
        </p:cNvPr>
        <p:cNvGrpSpPr/>
        <p:nvPr/>
      </p:nvGrpSpPr>
      <p:grpSpPr>
        <a:xfrm>
          <a:off x="0" y="0"/>
          <a:ext cx="0" cy="0"/>
          <a:chOff x="0" y="0"/>
          <a:chExt cx="0" cy="0"/>
        </a:xfrm>
      </p:grpSpPr>
      <p:grpSp>
        <p:nvGrpSpPr>
          <p:cNvPr id="33" name="グループ化 32">
            <a:extLst>
              <a:ext uri="{FF2B5EF4-FFF2-40B4-BE49-F238E27FC236}">
                <a16:creationId xmlns:a16="http://schemas.microsoft.com/office/drawing/2014/main" id="{6E47A4E9-ADFB-03B1-A027-DF531601FC02}"/>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CCA6334D-A004-1BE2-8FA2-1CA80E8DA6BB}"/>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86A05B7C-555D-52F4-6145-FB97547432A6}"/>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1C2F83A8-7482-4C07-36A5-45FCE9D91738}"/>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2FD8BA37-E30E-FCA5-DDBA-A75E7B3223AC}"/>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184C7570-B75A-861D-D475-8BF61C2CCBBA}"/>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9A5DC818-3EB9-B5BC-5D54-A9030E531007}"/>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AB6DEAA6-563F-0C38-F920-8D3B974B840F}"/>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6" name="スライド番号プレースホルダー 5">
            <a:extLst>
              <a:ext uri="{FF2B5EF4-FFF2-40B4-BE49-F238E27FC236}">
                <a16:creationId xmlns:a16="http://schemas.microsoft.com/office/drawing/2014/main" id="{2DDD1357-DB23-2CCB-A320-36ED6EB27DAD}"/>
              </a:ext>
            </a:extLst>
          </p:cNvPr>
          <p:cNvSpPr>
            <a:spLocks noGrp="1"/>
          </p:cNvSpPr>
          <p:nvPr>
            <p:ph type="sldNum" sz="quarter" idx="7"/>
          </p:nvPr>
        </p:nvSpPr>
        <p:spPr/>
        <p:txBody>
          <a:bodyPr/>
          <a:lstStyle/>
          <a:p>
            <a:fld id="{B6F15528-21DE-4FAA-801E-634DDDAF4B2B}" type="slidenum">
              <a:rPr lang="en-US" altLang="ja-JP" smtClean="0"/>
              <a:pPr/>
              <a:t>17</a:t>
            </a:fld>
            <a:endParaRPr lang="ja-JP" altLang="en-US" sz="1100" dirty="0"/>
          </a:p>
        </p:txBody>
      </p:sp>
      <p:sp>
        <p:nvSpPr>
          <p:cNvPr id="3" name="object 14">
            <a:extLst>
              <a:ext uri="{FF2B5EF4-FFF2-40B4-BE49-F238E27FC236}">
                <a16:creationId xmlns:a16="http://schemas.microsoft.com/office/drawing/2014/main" id="{2D853E98-E58D-F0D8-B567-6A92AB521916}"/>
              </a:ext>
            </a:extLst>
          </p:cNvPr>
          <p:cNvSpPr txBox="1"/>
          <p:nvPr/>
        </p:nvSpPr>
        <p:spPr>
          <a:xfrm>
            <a:off x="959659" y="1274039"/>
            <a:ext cx="7986681" cy="1651224"/>
          </a:xfrm>
          <a:prstGeom prst="rect">
            <a:avLst/>
          </a:prstGeom>
        </p:spPr>
        <p:txBody>
          <a:bodyPr vert="horz" wrap="square" lIns="0" tIns="8448" rIns="0" bIns="0" rtlCol="0">
            <a:spAutoFit/>
          </a:bodyPr>
          <a:lstStyle/>
          <a:p>
            <a:pPr marL="6257" algn="l">
              <a:lnSpc>
                <a:spcPct val="150000"/>
              </a:lnSpc>
              <a:spcBef>
                <a:spcPts val="67"/>
              </a:spcBef>
            </a:pPr>
            <a:r>
              <a:rPr lang="ja-JP" altLang="en-US" b="1" spc="-12" dirty="0">
                <a:solidFill>
                  <a:srgbClr val="2C4C76"/>
                </a:solidFill>
                <a:latin typeface="+mn-ea"/>
                <a:ea typeface="+mn-ea"/>
                <a:cs typeface="Yu Gothic Pr6N D"/>
              </a:rPr>
              <a:t>■広告文例</a:t>
            </a: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rgbClr val="2C4C76"/>
                </a:solidFill>
                <a:latin typeface="+mn-ea"/>
                <a:ea typeface="+mn-ea"/>
                <a:cs typeface="Yu Gothic Pr6N D"/>
              </a:rPr>
              <a:t>見出し分：会議中、話より肩が気になる。。</a:t>
            </a:r>
            <a:endParaRPr lang="en-US" altLang="ja-JP" b="1" spc="-12" dirty="0">
              <a:solidFill>
                <a:srgbClr val="2C4C76"/>
              </a:solidFill>
              <a:latin typeface="+mn-ea"/>
              <a:ea typeface="+mn-ea"/>
              <a:cs typeface="Yu Gothic Pr6N D"/>
            </a:endParaRPr>
          </a:p>
          <a:p>
            <a:pPr marL="6257" algn="l">
              <a:lnSpc>
                <a:spcPct val="150000"/>
              </a:lnSpc>
              <a:spcBef>
                <a:spcPts val="67"/>
              </a:spcBef>
            </a:pPr>
            <a:r>
              <a:rPr lang="ja-JP" altLang="en-US" b="1" spc="-12" dirty="0">
                <a:solidFill>
                  <a:schemeClr val="accent4">
                    <a:lumMod val="50000"/>
                  </a:schemeClr>
                </a:solidFill>
                <a:latin typeface="+mn-ea"/>
                <a:ea typeface="+mn-ea"/>
                <a:cs typeface="Yu Gothic Pr6N D"/>
              </a:rPr>
              <a:t>本文：</a:t>
            </a:r>
            <a:r>
              <a:rPr lang="ja-JP" altLang="en-US" dirty="0">
                <a:solidFill>
                  <a:schemeClr val="accent4">
                    <a:lumMod val="50000"/>
                  </a:schemeClr>
                </a:solidFill>
              </a:rPr>
              <a:t>会議・商談・接客。清潔感の不安は集中力を削る。まずは刺激を増やさない選び方に</a:t>
            </a:r>
            <a:endParaRPr lang="en-US" altLang="ja-JP" b="1" spc="-12" dirty="0">
              <a:solidFill>
                <a:schemeClr val="accent4">
                  <a:lumMod val="50000"/>
                </a:schemeClr>
              </a:solidFill>
              <a:latin typeface="+mn-ea"/>
              <a:ea typeface="+mn-ea"/>
              <a:cs typeface="Yu Gothic Pr6N D"/>
            </a:endParaRPr>
          </a:p>
        </p:txBody>
      </p:sp>
      <p:sp>
        <p:nvSpPr>
          <p:cNvPr id="4" name="object 14">
            <a:extLst>
              <a:ext uri="{FF2B5EF4-FFF2-40B4-BE49-F238E27FC236}">
                <a16:creationId xmlns:a16="http://schemas.microsoft.com/office/drawing/2014/main" id="{E687A138-1EAF-787C-6615-465150148410}"/>
              </a:ext>
            </a:extLst>
          </p:cNvPr>
          <p:cNvSpPr txBox="1"/>
          <p:nvPr/>
        </p:nvSpPr>
        <p:spPr>
          <a:xfrm>
            <a:off x="969281" y="3236766"/>
            <a:ext cx="7986681" cy="384467"/>
          </a:xfrm>
          <a:prstGeom prst="rect">
            <a:avLst/>
          </a:prstGeom>
        </p:spPr>
        <p:txBody>
          <a:bodyPr vert="horz" wrap="square" lIns="0" tIns="8448" rIns="0" bIns="0" rtlCol="0">
            <a:spAutoFit/>
          </a:bodyPr>
          <a:lstStyle/>
          <a:p>
            <a:pPr marL="6257" algn="l">
              <a:lnSpc>
                <a:spcPct val="150000"/>
              </a:lnSpc>
              <a:spcBef>
                <a:spcPts val="67"/>
              </a:spcBef>
            </a:pPr>
            <a:r>
              <a:rPr lang="ja-JP" altLang="en-US" b="1" spc="-12" dirty="0">
                <a:solidFill>
                  <a:srgbClr val="2C4C76"/>
                </a:solidFill>
                <a:latin typeface="+mn-ea"/>
                <a:ea typeface="+mn-ea"/>
                <a:cs typeface="Yu Gothic Pr6N D"/>
              </a:rPr>
              <a:t>■広告クリエイティブイメージ</a:t>
            </a:r>
            <a:endParaRPr lang="en-US" altLang="ja-JP" b="1" spc="-12" dirty="0">
              <a:solidFill>
                <a:srgbClr val="2C4C76"/>
              </a:solidFill>
              <a:latin typeface="+mn-ea"/>
              <a:ea typeface="+mn-ea"/>
              <a:cs typeface="Yu Gothic Pr6N D"/>
            </a:endParaRPr>
          </a:p>
        </p:txBody>
      </p:sp>
      <p:sp>
        <p:nvSpPr>
          <p:cNvPr id="8" name="object 5">
            <a:extLst>
              <a:ext uri="{FF2B5EF4-FFF2-40B4-BE49-F238E27FC236}">
                <a16:creationId xmlns:a16="http://schemas.microsoft.com/office/drawing/2014/main" id="{AA053BE2-98DD-8E3F-67D2-DCD2BC51F8AF}"/>
              </a:ext>
            </a:extLst>
          </p:cNvPr>
          <p:cNvSpPr txBox="1">
            <a:spLocks/>
          </p:cNvSpPr>
          <p:nvPr/>
        </p:nvSpPr>
        <p:spPr>
          <a:xfrm>
            <a:off x="623532" y="633778"/>
            <a:ext cx="5792706" cy="355951"/>
          </a:xfrm>
          <a:prstGeom prst="rect">
            <a:avLst/>
          </a:prstGeom>
        </p:spPr>
        <p:txBody>
          <a:bodyPr vert="horz" wrap="square" lIns="0" tIns="7196" rIns="0" bIns="0" rtlCol="0">
            <a:spAutoFit/>
          </a:bodyPr>
          <a:lstStyle>
            <a:lvl1pPr>
              <a:defRPr sz="2266" b="1" i="0">
                <a:solidFill>
                  <a:srgbClr val="2C4C76"/>
                </a:solidFill>
                <a:latin typeface="Yu Gothic Pr6N B"/>
                <a:ea typeface="+mj-ea"/>
                <a:cs typeface="Yu Gothic Pr6N B"/>
              </a:defRPr>
            </a:lvl1pPr>
          </a:lstStyle>
          <a:p>
            <a:pPr marL="6257">
              <a:spcBef>
                <a:spcPts val="56"/>
              </a:spcBef>
            </a:pPr>
            <a:r>
              <a:rPr lang="en-US" altLang="ja-JP" spc="94" dirty="0">
                <a:latin typeface="+mn-lt"/>
              </a:rPr>
              <a:t>LP</a:t>
            </a:r>
            <a:r>
              <a:rPr lang="ja-JP" altLang="en-US" spc="94" dirty="0">
                <a:latin typeface="+mn-lt"/>
              </a:rPr>
              <a:t>②　人前に出るのが・・・軸　広告戦略</a:t>
            </a:r>
          </a:p>
        </p:txBody>
      </p:sp>
    </p:spTree>
    <p:extLst>
      <p:ext uri="{BB962C8B-B14F-4D97-AF65-F5344CB8AC3E}">
        <p14:creationId xmlns:p14="http://schemas.microsoft.com/office/powerpoint/2010/main" val="1898889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C807C-5685-4577-8142-7314699496B6}"/>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A9EEE0CB-D148-D535-A10E-CBC012141405}"/>
              </a:ext>
            </a:extLst>
          </p:cNvPr>
          <p:cNvSpPr>
            <a:spLocks noGrp="1"/>
          </p:cNvSpPr>
          <p:nvPr>
            <p:ph type="body" idx="1"/>
          </p:nvPr>
        </p:nvSpPr>
        <p:spPr>
          <a:xfrm>
            <a:off x="1766888" y="3048001"/>
            <a:ext cx="6372224" cy="685799"/>
          </a:xfrm>
        </p:spPr>
        <p:txBody>
          <a:bodyPr/>
          <a:lstStyle/>
          <a:p>
            <a:pPr algn="ctr"/>
            <a:r>
              <a:rPr kumimoji="1" lang="ja-JP" altLang="en-US" sz="4400" dirty="0"/>
              <a:t>お見積り</a:t>
            </a:r>
          </a:p>
        </p:txBody>
      </p:sp>
      <p:sp>
        <p:nvSpPr>
          <p:cNvPr id="4" name="スライド番号プレースホルダー 3">
            <a:extLst>
              <a:ext uri="{FF2B5EF4-FFF2-40B4-BE49-F238E27FC236}">
                <a16:creationId xmlns:a16="http://schemas.microsoft.com/office/drawing/2014/main" id="{ACBE92D4-50BE-8442-FD70-A9CDD706B291}"/>
              </a:ext>
            </a:extLst>
          </p:cNvPr>
          <p:cNvSpPr>
            <a:spLocks noGrp="1"/>
          </p:cNvSpPr>
          <p:nvPr>
            <p:ph type="sldNum" sz="quarter" idx="7"/>
          </p:nvPr>
        </p:nvSpPr>
        <p:spPr/>
        <p:txBody>
          <a:bodyPr/>
          <a:lstStyle/>
          <a:p>
            <a:fld id="{B6F15528-21DE-4FAA-801E-634DDDAF4B2B}" type="slidenum">
              <a:rPr lang="en-US" altLang="ja-JP" smtClean="0"/>
              <a:pPr/>
              <a:t>18</a:t>
            </a:fld>
            <a:endParaRPr lang="ja-JP" altLang="en-US" sz="1100" dirty="0"/>
          </a:p>
        </p:txBody>
      </p:sp>
    </p:spTree>
    <p:extLst>
      <p:ext uri="{BB962C8B-B14F-4D97-AF65-F5344CB8AC3E}">
        <p14:creationId xmlns:p14="http://schemas.microsoft.com/office/powerpoint/2010/main" val="3696146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BE8CA-A800-87DF-3300-B8E06FE77EBB}"/>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DC5D0484-BB03-A2D0-C5FD-F13E12061D8A}"/>
              </a:ext>
            </a:extLst>
          </p:cNvPr>
          <p:cNvSpPr txBox="1">
            <a:spLocks noGrp="1"/>
          </p:cNvSpPr>
          <p:nvPr>
            <p:ph type="title"/>
          </p:nvPr>
        </p:nvSpPr>
        <p:spPr>
          <a:xfrm>
            <a:off x="623532" y="609600"/>
            <a:ext cx="4710468" cy="355951"/>
          </a:xfrm>
          <a:prstGeom prst="rect">
            <a:avLst/>
          </a:prstGeom>
        </p:spPr>
        <p:txBody>
          <a:bodyPr vert="horz" wrap="square" lIns="0" tIns="7196" rIns="0" bIns="0" rtlCol="0">
            <a:spAutoFit/>
          </a:bodyPr>
          <a:lstStyle/>
          <a:p>
            <a:pPr marL="6257">
              <a:spcBef>
                <a:spcPts val="56"/>
              </a:spcBef>
            </a:pPr>
            <a:r>
              <a:rPr lang="ja-JP" altLang="en-US" spc="94" dirty="0">
                <a:latin typeface="+mj-lt"/>
              </a:rPr>
              <a:t>お見積り（初期費用）</a:t>
            </a:r>
            <a:endParaRPr lang="ja-JP" altLang="en-US" spc="94" dirty="0">
              <a:latin typeface="+mn-lt"/>
            </a:endParaRPr>
          </a:p>
        </p:txBody>
      </p:sp>
      <p:grpSp>
        <p:nvGrpSpPr>
          <p:cNvPr id="33" name="グループ化 32">
            <a:extLst>
              <a:ext uri="{FF2B5EF4-FFF2-40B4-BE49-F238E27FC236}">
                <a16:creationId xmlns:a16="http://schemas.microsoft.com/office/drawing/2014/main" id="{CFEFA9B2-CBBD-D3C4-1F1C-B7E619985925}"/>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4E9F69DB-664C-A1E6-3972-3C484F4B8E32}"/>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8C6021EF-3E9E-DFA4-5348-D6E044BAE1C4}"/>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1FEB48B6-AB57-5B87-C416-012DC92F49B1}"/>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FFD42B33-46D0-2EE6-010E-9788BBD46791}"/>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E2F5F732-68BE-A5B8-0539-AA0B1F57AE4F}"/>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4A39C8E8-E155-87DF-62A3-788A6E10D7D1}"/>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E3040813-6EEF-A3EA-7A36-F0689D45EC41}"/>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7" name="スライド番号プレースホルダー 6">
            <a:extLst>
              <a:ext uri="{FF2B5EF4-FFF2-40B4-BE49-F238E27FC236}">
                <a16:creationId xmlns:a16="http://schemas.microsoft.com/office/drawing/2014/main" id="{BB9BDAB6-2EE2-C16B-B408-08F47FC3A765}"/>
              </a:ext>
            </a:extLst>
          </p:cNvPr>
          <p:cNvSpPr>
            <a:spLocks noGrp="1"/>
          </p:cNvSpPr>
          <p:nvPr>
            <p:ph type="sldNum" sz="quarter" idx="7"/>
          </p:nvPr>
        </p:nvSpPr>
        <p:spPr/>
        <p:txBody>
          <a:bodyPr/>
          <a:lstStyle/>
          <a:p>
            <a:fld id="{B6F15528-21DE-4FAA-801E-634DDDAF4B2B}" type="slidenum">
              <a:rPr lang="en-US" altLang="ja-JP" smtClean="0"/>
              <a:pPr/>
              <a:t>19</a:t>
            </a:fld>
            <a:endParaRPr lang="ja-JP" altLang="en-US" sz="1100" dirty="0"/>
          </a:p>
        </p:txBody>
      </p:sp>
    </p:spTree>
    <p:extLst>
      <p:ext uri="{BB962C8B-B14F-4D97-AF65-F5344CB8AC3E}">
        <p14:creationId xmlns:p14="http://schemas.microsoft.com/office/powerpoint/2010/main" val="271034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FEB9D-3725-675C-014D-48AC9D5ADB3C}"/>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B9A270B2-FB73-1A11-8AC5-B3DB85242501}"/>
              </a:ext>
            </a:extLst>
          </p:cNvPr>
          <p:cNvSpPr txBox="1">
            <a:spLocks noGrp="1"/>
          </p:cNvSpPr>
          <p:nvPr>
            <p:ph type="title"/>
          </p:nvPr>
        </p:nvSpPr>
        <p:spPr>
          <a:xfrm>
            <a:off x="623532" y="609600"/>
            <a:ext cx="4710468" cy="355951"/>
          </a:xfrm>
          <a:prstGeom prst="rect">
            <a:avLst/>
          </a:prstGeom>
        </p:spPr>
        <p:txBody>
          <a:bodyPr vert="horz" wrap="square" lIns="0" tIns="7196" rIns="0" bIns="0" rtlCol="0">
            <a:spAutoFit/>
          </a:bodyPr>
          <a:lstStyle/>
          <a:p>
            <a:pPr marL="6257">
              <a:spcBef>
                <a:spcPts val="56"/>
              </a:spcBef>
            </a:pPr>
            <a:r>
              <a:rPr lang="ja-JP" altLang="en-US" spc="94" dirty="0">
                <a:latin typeface="+mj-lt"/>
              </a:rPr>
              <a:t>お見積り（月額費用）</a:t>
            </a:r>
            <a:endParaRPr lang="ja-JP" altLang="en-US" spc="94" dirty="0">
              <a:latin typeface="+mn-lt"/>
            </a:endParaRPr>
          </a:p>
        </p:txBody>
      </p:sp>
      <p:grpSp>
        <p:nvGrpSpPr>
          <p:cNvPr id="33" name="グループ化 32">
            <a:extLst>
              <a:ext uri="{FF2B5EF4-FFF2-40B4-BE49-F238E27FC236}">
                <a16:creationId xmlns:a16="http://schemas.microsoft.com/office/drawing/2014/main" id="{A4BBC8CE-41F7-49B4-4072-042E94AA1B8A}"/>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9CF98269-4B2B-8DF7-2363-85AD31837AE8}"/>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DFF5BEA9-4A98-F5B0-B428-BA0A9ED470EB}"/>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725F8BD9-0ED4-9EFB-73D6-B9A2986B2864}"/>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5B7A05F2-80B2-7A7F-E2F9-1D481DEDD6A2}"/>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A57FC9A4-5E72-86FF-4463-F2B287256EFE}"/>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4EA42EE0-0549-06E4-0273-53ABA31E5B41}"/>
                </a:ext>
              </a:extLst>
            </p:cNvPr>
            <p:cNvPicPr/>
            <p:nvPr/>
          </p:nvPicPr>
          <p:blipFill>
            <a:blip r:embed="rId3"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BCBA75A3-2907-030D-8CE0-EAE4D05DADEA}"/>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7" name="スライド番号プレースホルダー 6">
            <a:extLst>
              <a:ext uri="{FF2B5EF4-FFF2-40B4-BE49-F238E27FC236}">
                <a16:creationId xmlns:a16="http://schemas.microsoft.com/office/drawing/2014/main" id="{7C08B1B9-D723-9265-28FF-1129B2BD66C6}"/>
              </a:ext>
            </a:extLst>
          </p:cNvPr>
          <p:cNvSpPr>
            <a:spLocks noGrp="1"/>
          </p:cNvSpPr>
          <p:nvPr>
            <p:ph type="sldNum" sz="quarter" idx="7"/>
          </p:nvPr>
        </p:nvSpPr>
        <p:spPr/>
        <p:txBody>
          <a:bodyPr/>
          <a:lstStyle/>
          <a:p>
            <a:fld id="{B6F15528-21DE-4FAA-801E-634DDDAF4B2B}" type="slidenum">
              <a:rPr lang="en-US" altLang="ja-JP" smtClean="0"/>
              <a:pPr/>
              <a:t>20</a:t>
            </a:fld>
            <a:endParaRPr lang="ja-JP" altLang="en-US" sz="1100" dirty="0"/>
          </a:p>
        </p:txBody>
      </p:sp>
      <p:pic>
        <p:nvPicPr>
          <p:cNvPr id="2" name="図 1" descr="テキスト&#10;&#10;AI 生成コンテンツは誤りを含む可能性があります。">
            <a:extLst>
              <a:ext uri="{FF2B5EF4-FFF2-40B4-BE49-F238E27FC236}">
                <a16:creationId xmlns:a16="http://schemas.microsoft.com/office/drawing/2014/main" id="{425DCF63-460D-610E-F29C-F710C238B8FD}"/>
              </a:ext>
            </a:extLst>
          </p:cNvPr>
          <p:cNvPicPr>
            <a:picLocks noChangeAspect="1"/>
          </p:cNvPicPr>
          <p:nvPr/>
        </p:nvPicPr>
        <p:blipFill>
          <a:blip r:embed="rId4"/>
          <a:stretch>
            <a:fillRect/>
          </a:stretch>
        </p:blipFill>
        <p:spPr>
          <a:xfrm>
            <a:off x="248110" y="1544358"/>
            <a:ext cx="9409779" cy="3769283"/>
          </a:xfrm>
          <a:prstGeom prst="rect">
            <a:avLst/>
          </a:prstGeom>
        </p:spPr>
      </p:pic>
      <p:pic>
        <p:nvPicPr>
          <p:cNvPr id="6" name="図 5" descr="ダイアグラム, テーブル&#10;&#10;AI 生成コンテンツは誤りを含む可能性があります。">
            <a:extLst>
              <a:ext uri="{FF2B5EF4-FFF2-40B4-BE49-F238E27FC236}">
                <a16:creationId xmlns:a16="http://schemas.microsoft.com/office/drawing/2014/main" id="{011A1BAA-E967-A9AF-3F4F-190F67E96A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8985" y="5350216"/>
            <a:ext cx="5330446" cy="974383"/>
          </a:xfrm>
          <a:prstGeom prst="rect">
            <a:avLst/>
          </a:prstGeom>
        </p:spPr>
      </p:pic>
    </p:spTree>
    <p:extLst>
      <p:ext uri="{BB962C8B-B14F-4D97-AF65-F5344CB8AC3E}">
        <p14:creationId xmlns:p14="http://schemas.microsoft.com/office/powerpoint/2010/main" val="17916644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B2A85-DFAF-4869-7AB3-DF3C2A030BD7}"/>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6E4098D3-C6A2-3A42-D8B9-4825BBF46AEB}"/>
              </a:ext>
            </a:extLst>
          </p:cNvPr>
          <p:cNvGrpSpPr/>
          <p:nvPr/>
        </p:nvGrpSpPr>
        <p:grpSpPr>
          <a:xfrm>
            <a:off x="6326558" y="4341731"/>
            <a:ext cx="3349455" cy="1656736"/>
            <a:chOff x="12795422" y="7259234"/>
            <a:chExt cx="6797675" cy="3362325"/>
          </a:xfrm>
        </p:grpSpPr>
        <p:pic>
          <p:nvPicPr>
            <p:cNvPr id="3" name="object 3">
              <a:extLst>
                <a:ext uri="{FF2B5EF4-FFF2-40B4-BE49-F238E27FC236}">
                  <a16:creationId xmlns:a16="http://schemas.microsoft.com/office/drawing/2014/main" id="{B0C9FED6-D0E9-3865-C215-02A1CA7C393B}"/>
                </a:ext>
              </a:extLst>
            </p:cNvPr>
            <p:cNvPicPr/>
            <p:nvPr/>
          </p:nvPicPr>
          <p:blipFill>
            <a:blip r:embed="rId2" cstate="print"/>
            <a:stretch>
              <a:fillRect/>
            </a:stretch>
          </p:blipFill>
          <p:spPr>
            <a:xfrm>
              <a:off x="12795422" y="7259234"/>
              <a:ext cx="5183004" cy="3361761"/>
            </a:xfrm>
            <a:prstGeom prst="rect">
              <a:avLst/>
            </a:prstGeom>
          </p:spPr>
        </p:pic>
        <p:pic>
          <p:nvPicPr>
            <p:cNvPr id="4" name="object 4">
              <a:extLst>
                <a:ext uri="{FF2B5EF4-FFF2-40B4-BE49-F238E27FC236}">
                  <a16:creationId xmlns:a16="http://schemas.microsoft.com/office/drawing/2014/main" id="{4E7F7E0F-FB25-5C87-7948-7DAE106384C5}"/>
                </a:ext>
              </a:extLst>
            </p:cNvPr>
            <p:cNvPicPr/>
            <p:nvPr/>
          </p:nvPicPr>
          <p:blipFill>
            <a:blip r:embed="rId3" cstate="print"/>
            <a:stretch>
              <a:fillRect/>
            </a:stretch>
          </p:blipFill>
          <p:spPr>
            <a:xfrm>
              <a:off x="17917089" y="8940125"/>
              <a:ext cx="1675748" cy="1526821"/>
            </a:xfrm>
            <a:prstGeom prst="rect">
              <a:avLst/>
            </a:prstGeom>
          </p:spPr>
        </p:pic>
      </p:grpSp>
      <p:sp>
        <p:nvSpPr>
          <p:cNvPr id="5" name="object 5">
            <a:extLst>
              <a:ext uri="{FF2B5EF4-FFF2-40B4-BE49-F238E27FC236}">
                <a16:creationId xmlns:a16="http://schemas.microsoft.com/office/drawing/2014/main" id="{7313B042-C797-0EC8-F12F-0E4AFB71550E}"/>
              </a:ext>
            </a:extLst>
          </p:cNvPr>
          <p:cNvSpPr txBox="1">
            <a:spLocks noGrp="1"/>
          </p:cNvSpPr>
          <p:nvPr>
            <p:ph type="title"/>
          </p:nvPr>
        </p:nvSpPr>
        <p:spPr>
          <a:xfrm>
            <a:off x="623532" y="569784"/>
            <a:ext cx="1825647" cy="355951"/>
          </a:xfrm>
          <a:prstGeom prst="rect">
            <a:avLst/>
          </a:prstGeom>
        </p:spPr>
        <p:txBody>
          <a:bodyPr vert="horz" wrap="square" lIns="0" tIns="7196" rIns="0" bIns="0" rtlCol="0">
            <a:spAutoFit/>
          </a:bodyPr>
          <a:lstStyle/>
          <a:p>
            <a:pPr marL="6257">
              <a:spcBef>
                <a:spcPts val="56"/>
              </a:spcBef>
            </a:pPr>
            <a:r>
              <a:rPr lang="ja-JP" altLang="en-US" spc="94">
                <a:latin typeface="+mn-lt"/>
              </a:rPr>
              <a:t>お問い合わせ</a:t>
            </a:r>
            <a:endParaRPr spc="94" dirty="0">
              <a:latin typeface="+mn-lt"/>
            </a:endParaRPr>
          </a:p>
        </p:txBody>
      </p:sp>
      <p:sp>
        <p:nvSpPr>
          <p:cNvPr id="6" name="object 6">
            <a:extLst>
              <a:ext uri="{FF2B5EF4-FFF2-40B4-BE49-F238E27FC236}">
                <a16:creationId xmlns:a16="http://schemas.microsoft.com/office/drawing/2014/main" id="{A7A638AF-4C63-9FEC-AD3A-545564C56230}"/>
              </a:ext>
            </a:extLst>
          </p:cNvPr>
          <p:cNvSpPr txBox="1"/>
          <p:nvPr/>
        </p:nvSpPr>
        <p:spPr>
          <a:xfrm>
            <a:off x="672707" y="3657600"/>
            <a:ext cx="1397302" cy="220896"/>
          </a:xfrm>
          <a:prstGeom prst="rect">
            <a:avLst/>
          </a:prstGeom>
        </p:spPr>
        <p:txBody>
          <a:bodyPr vert="horz" wrap="square" lIns="0" tIns="8448" rIns="0" bIns="0" rtlCol="0">
            <a:spAutoFit/>
          </a:bodyPr>
          <a:lstStyle/>
          <a:p>
            <a:pPr marL="6257">
              <a:spcBef>
                <a:spcPts val="67"/>
              </a:spcBef>
            </a:pPr>
            <a:r>
              <a:rPr lang="ja-JP" altLang="en-US" sz="1380" b="1" spc="47">
                <a:solidFill>
                  <a:srgbClr val="2C4C76"/>
                </a:solidFill>
                <a:latin typeface="Yu Gothic Pr6N B"/>
                <a:cs typeface="Yu Gothic Pr6N B"/>
              </a:rPr>
              <a:t>株式会社</a:t>
            </a:r>
            <a:r>
              <a:rPr lang="en" sz="1380" b="1" spc="47" dirty="0">
                <a:solidFill>
                  <a:srgbClr val="2C4C76"/>
                </a:solidFill>
                <a:latin typeface="Yu Gothic Pr6N B"/>
                <a:cs typeface="Yu Gothic Pr6N B"/>
              </a:rPr>
              <a:t>ＷＣＡ</a:t>
            </a:r>
            <a:endParaRPr sz="1380" dirty="0">
              <a:latin typeface="Yu Gothic Pr6N B"/>
              <a:cs typeface="Yu Gothic Pr6N B"/>
            </a:endParaRPr>
          </a:p>
        </p:txBody>
      </p:sp>
      <p:sp>
        <p:nvSpPr>
          <p:cNvPr id="7" name="object 7">
            <a:extLst>
              <a:ext uri="{FF2B5EF4-FFF2-40B4-BE49-F238E27FC236}">
                <a16:creationId xmlns:a16="http://schemas.microsoft.com/office/drawing/2014/main" id="{DD432C5F-2C07-A606-BA4A-845BCCC1E0B2}"/>
              </a:ext>
            </a:extLst>
          </p:cNvPr>
          <p:cNvSpPr txBox="1"/>
          <p:nvPr/>
        </p:nvSpPr>
        <p:spPr>
          <a:xfrm>
            <a:off x="697090" y="1608316"/>
            <a:ext cx="909622" cy="220896"/>
          </a:xfrm>
          <a:prstGeom prst="rect">
            <a:avLst/>
          </a:prstGeom>
        </p:spPr>
        <p:txBody>
          <a:bodyPr vert="horz" wrap="square" lIns="0" tIns="8448" rIns="0" bIns="0" rtlCol="0">
            <a:spAutoFit/>
          </a:bodyPr>
          <a:lstStyle/>
          <a:p>
            <a:pPr marL="6257">
              <a:spcBef>
                <a:spcPts val="67"/>
              </a:spcBef>
            </a:pPr>
            <a:r>
              <a:rPr lang="ja-JP" altLang="en-US" sz="1380" b="1" spc="37">
                <a:solidFill>
                  <a:srgbClr val="2C4C76"/>
                </a:solidFill>
                <a:latin typeface="Yu Gothic Pr6N B"/>
                <a:cs typeface="Yu Gothic Pr6N B"/>
              </a:rPr>
              <a:t>最後に</a:t>
            </a:r>
            <a:endParaRPr sz="1380" dirty="0">
              <a:latin typeface="Yu Gothic Pr6N B"/>
              <a:cs typeface="Yu Gothic Pr6N B"/>
            </a:endParaRPr>
          </a:p>
        </p:txBody>
      </p:sp>
      <p:sp>
        <p:nvSpPr>
          <p:cNvPr id="14" name="object 14">
            <a:extLst>
              <a:ext uri="{FF2B5EF4-FFF2-40B4-BE49-F238E27FC236}">
                <a16:creationId xmlns:a16="http://schemas.microsoft.com/office/drawing/2014/main" id="{98AF6EFB-3980-F303-A9A6-87ED0EC75714}"/>
              </a:ext>
            </a:extLst>
          </p:cNvPr>
          <p:cNvSpPr txBox="1"/>
          <p:nvPr/>
        </p:nvSpPr>
        <p:spPr>
          <a:xfrm>
            <a:off x="697090" y="1980574"/>
            <a:ext cx="8330679" cy="827344"/>
          </a:xfrm>
          <a:prstGeom prst="rect">
            <a:avLst/>
          </a:prstGeom>
        </p:spPr>
        <p:txBody>
          <a:bodyPr vert="horz" wrap="square" lIns="0" tIns="8448" rIns="0" bIns="0" rtlCol="0">
            <a:spAutoFit/>
          </a:bodyPr>
          <a:lstStyle/>
          <a:p>
            <a:pPr marL="6257">
              <a:lnSpc>
                <a:spcPct val="150000"/>
              </a:lnSpc>
              <a:spcBef>
                <a:spcPts val="67"/>
              </a:spcBef>
            </a:pPr>
            <a:r>
              <a:rPr lang="ja-JP" altLang="en-US" sz="1182" spc="-12">
                <a:solidFill>
                  <a:srgbClr val="2C4C76"/>
                </a:solidFill>
                <a:latin typeface="+mn-ea"/>
                <a:ea typeface="+mn-ea"/>
                <a:cs typeface="Yu Gothic Pr6N D"/>
              </a:rPr>
              <a:t>この度はご提案の機会を頂きまして、誠にありがとうございました。</a:t>
            </a:r>
            <a:endParaRPr lang="en-US" altLang="ja-JP" sz="1182" spc="-12" dirty="0">
              <a:solidFill>
                <a:srgbClr val="2C4C76"/>
              </a:solidFill>
              <a:latin typeface="+mn-ea"/>
              <a:ea typeface="+mn-ea"/>
              <a:cs typeface="Yu Gothic Pr6N D"/>
            </a:endParaRPr>
          </a:p>
          <a:p>
            <a:pPr marL="6257">
              <a:lnSpc>
                <a:spcPct val="150000"/>
              </a:lnSpc>
              <a:spcBef>
                <a:spcPts val="67"/>
              </a:spcBef>
            </a:pPr>
            <a:r>
              <a:rPr lang="ja-JP" altLang="en-US" sz="1182" spc="-12">
                <a:solidFill>
                  <a:srgbClr val="2C4C76"/>
                </a:solidFill>
                <a:latin typeface="+mn-ea"/>
                <a:ea typeface="+mn-ea"/>
                <a:cs typeface="Yu Gothic Pr6N D"/>
              </a:rPr>
              <a:t>貴社売上げ拡大に向け尽力させて頂きますので是非ご検討頂けますと幸いです。</a:t>
            </a:r>
            <a:endParaRPr lang="en-US" altLang="ja-JP" sz="1182" spc="-12" dirty="0">
              <a:solidFill>
                <a:srgbClr val="2C4C76"/>
              </a:solidFill>
              <a:latin typeface="+mn-ea"/>
              <a:ea typeface="+mn-ea"/>
              <a:cs typeface="Yu Gothic Pr6N D"/>
            </a:endParaRPr>
          </a:p>
          <a:p>
            <a:pPr marL="6257">
              <a:lnSpc>
                <a:spcPct val="150000"/>
              </a:lnSpc>
              <a:spcBef>
                <a:spcPts val="67"/>
              </a:spcBef>
            </a:pPr>
            <a:r>
              <a:rPr lang="ja-JP" altLang="en-US" sz="1182" spc="-12">
                <a:solidFill>
                  <a:srgbClr val="2C4C76"/>
                </a:solidFill>
                <a:latin typeface="+mn-ea"/>
                <a:ea typeface="+mn-ea"/>
                <a:cs typeface="Yu Gothic Pr6N D"/>
              </a:rPr>
              <a:t>今後ともどうぞよろしくお願い致します。</a:t>
            </a:r>
            <a:endParaRPr lang="en-US" altLang="ja-JP" sz="1182" spc="-12" dirty="0">
              <a:solidFill>
                <a:srgbClr val="2C4C76"/>
              </a:solidFill>
              <a:latin typeface="+mn-ea"/>
              <a:ea typeface="+mn-ea"/>
              <a:cs typeface="Yu Gothic Pr6N D"/>
            </a:endParaRPr>
          </a:p>
        </p:txBody>
      </p:sp>
      <p:grpSp>
        <p:nvGrpSpPr>
          <p:cNvPr id="33" name="グループ化 32">
            <a:extLst>
              <a:ext uri="{FF2B5EF4-FFF2-40B4-BE49-F238E27FC236}">
                <a16:creationId xmlns:a16="http://schemas.microsoft.com/office/drawing/2014/main" id="{9963144A-D04C-758A-A138-0D1AE785F764}"/>
              </a:ext>
            </a:extLst>
          </p:cNvPr>
          <p:cNvGrpSpPr/>
          <p:nvPr/>
        </p:nvGrpSpPr>
        <p:grpSpPr>
          <a:xfrm>
            <a:off x="7617656" y="609600"/>
            <a:ext cx="1658805" cy="343237"/>
            <a:chOff x="7617656" y="1096673"/>
            <a:chExt cx="1658805" cy="343237"/>
          </a:xfrm>
        </p:grpSpPr>
        <p:sp>
          <p:nvSpPr>
            <p:cNvPr id="23" name="object 23">
              <a:extLst>
                <a:ext uri="{FF2B5EF4-FFF2-40B4-BE49-F238E27FC236}">
                  <a16:creationId xmlns:a16="http://schemas.microsoft.com/office/drawing/2014/main" id="{3A3E4C5A-8060-5B1E-AE97-F2FACA246A27}"/>
                </a:ext>
              </a:extLst>
            </p:cNvPr>
            <p:cNvSpPr/>
            <p:nvPr/>
          </p:nvSpPr>
          <p:spPr>
            <a:xfrm>
              <a:off x="7617656" y="1096673"/>
              <a:ext cx="421772" cy="343237"/>
            </a:xfrm>
            <a:custGeom>
              <a:avLst/>
              <a:gdLst/>
              <a:ahLst/>
              <a:cxnLst/>
              <a:rect l="l" t="t" r="r" b="b"/>
              <a:pathLst>
                <a:path w="855980" h="696594">
                  <a:moveTo>
                    <a:pt x="723244" y="0"/>
                  </a:moveTo>
                  <a:lnTo>
                    <a:pt x="713863" y="282"/>
                  </a:lnTo>
                  <a:lnTo>
                    <a:pt x="711088" y="1455"/>
                  </a:lnTo>
                  <a:lnTo>
                    <a:pt x="708994" y="3486"/>
                  </a:lnTo>
                  <a:lnTo>
                    <a:pt x="587950" y="88259"/>
                  </a:lnTo>
                  <a:lnTo>
                    <a:pt x="583598" y="93455"/>
                  </a:lnTo>
                  <a:lnTo>
                    <a:pt x="580384" y="99355"/>
                  </a:lnTo>
                  <a:lnTo>
                    <a:pt x="578392" y="105769"/>
                  </a:lnTo>
                  <a:lnTo>
                    <a:pt x="577710" y="112509"/>
                  </a:lnTo>
                  <a:lnTo>
                    <a:pt x="577710" y="509597"/>
                  </a:lnTo>
                  <a:lnTo>
                    <a:pt x="549930" y="536947"/>
                  </a:lnTo>
                  <a:lnTo>
                    <a:pt x="542611" y="536947"/>
                  </a:lnTo>
                  <a:lnTo>
                    <a:pt x="450206" y="446091"/>
                  </a:lnTo>
                  <a:lnTo>
                    <a:pt x="445854" y="440888"/>
                  </a:lnTo>
                  <a:lnTo>
                    <a:pt x="442639" y="434985"/>
                  </a:lnTo>
                  <a:lnTo>
                    <a:pt x="440648" y="428570"/>
                  </a:lnTo>
                  <a:lnTo>
                    <a:pt x="439965" y="421830"/>
                  </a:lnTo>
                  <a:lnTo>
                    <a:pt x="439965" y="125933"/>
                  </a:lnTo>
                  <a:lnTo>
                    <a:pt x="439766" y="119462"/>
                  </a:lnTo>
                  <a:lnTo>
                    <a:pt x="434384" y="114373"/>
                  </a:lnTo>
                  <a:lnTo>
                    <a:pt x="425002" y="114656"/>
                  </a:lnTo>
                  <a:lnTo>
                    <a:pt x="422227" y="115828"/>
                  </a:lnTo>
                  <a:lnTo>
                    <a:pt x="420133" y="117860"/>
                  </a:lnTo>
                  <a:lnTo>
                    <a:pt x="299090" y="202632"/>
                  </a:lnTo>
                  <a:lnTo>
                    <a:pt x="294747" y="207829"/>
                  </a:lnTo>
                  <a:lnTo>
                    <a:pt x="291539" y="213730"/>
                  </a:lnTo>
                  <a:lnTo>
                    <a:pt x="289547" y="220147"/>
                  </a:lnTo>
                  <a:lnTo>
                    <a:pt x="288849" y="226893"/>
                  </a:lnTo>
                  <a:lnTo>
                    <a:pt x="288849" y="509659"/>
                  </a:lnTo>
                  <a:lnTo>
                    <a:pt x="261070" y="536999"/>
                  </a:lnTo>
                  <a:lnTo>
                    <a:pt x="253751" y="536999"/>
                  </a:lnTo>
                  <a:lnTo>
                    <a:pt x="161345" y="446143"/>
                  </a:lnTo>
                  <a:lnTo>
                    <a:pt x="156993" y="440946"/>
                  </a:lnTo>
                  <a:lnTo>
                    <a:pt x="153779" y="435045"/>
                  </a:lnTo>
                  <a:lnTo>
                    <a:pt x="151788" y="428628"/>
                  </a:lnTo>
                  <a:lnTo>
                    <a:pt x="151105" y="421882"/>
                  </a:lnTo>
                  <a:lnTo>
                    <a:pt x="151105" y="240223"/>
                  </a:lnTo>
                  <a:lnTo>
                    <a:pt x="150906" y="233752"/>
                  </a:lnTo>
                  <a:lnTo>
                    <a:pt x="145524" y="228663"/>
                  </a:lnTo>
                  <a:lnTo>
                    <a:pt x="136142" y="228945"/>
                  </a:lnTo>
                  <a:lnTo>
                    <a:pt x="133367" y="230118"/>
                  </a:lnTo>
                  <a:lnTo>
                    <a:pt x="131283" y="232149"/>
                  </a:lnTo>
                  <a:lnTo>
                    <a:pt x="10240" y="316922"/>
                  </a:lnTo>
                  <a:lnTo>
                    <a:pt x="5891" y="322119"/>
                  </a:lnTo>
                  <a:lnTo>
                    <a:pt x="2681" y="328020"/>
                  </a:lnTo>
                  <a:lnTo>
                    <a:pt x="691" y="334437"/>
                  </a:lnTo>
                  <a:lnTo>
                    <a:pt x="0" y="341183"/>
                  </a:lnTo>
                  <a:lnTo>
                    <a:pt x="0" y="569846"/>
                  </a:lnTo>
                  <a:lnTo>
                    <a:pt x="126446" y="686167"/>
                  </a:lnTo>
                  <a:lnTo>
                    <a:pt x="151097" y="696211"/>
                  </a:lnTo>
                  <a:lnTo>
                    <a:pt x="164194" y="693700"/>
                  </a:lnTo>
                  <a:lnTo>
                    <a:pt x="175764" y="686167"/>
                  </a:lnTo>
                  <a:lnTo>
                    <a:pt x="290797" y="572998"/>
                  </a:lnTo>
                  <a:lnTo>
                    <a:pt x="291949" y="575563"/>
                  </a:lnTo>
                  <a:lnTo>
                    <a:pt x="415243" y="686167"/>
                  </a:lnTo>
                  <a:lnTo>
                    <a:pt x="439894" y="696211"/>
                  </a:lnTo>
                  <a:lnTo>
                    <a:pt x="452992" y="693700"/>
                  </a:lnTo>
                  <a:lnTo>
                    <a:pt x="464561" y="686167"/>
                  </a:lnTo>
                  <a:lnTo>
                    <a:pt x="579605" y="572998"/>
                  </a:lnTo>
                  <a:lnTo>
                    <a:pt x="580767" y="575563"/>
                  </a:lnTo>
                  <a:lnTo>
                    <a:pt x="704041" y="686167"/>
                  </a:lnTo>
                  <a:lnTo>
                    <a:pt x="728693" y="696211"/>
                  </a:lnTo>
                  <a:lnTo>
                    <a:pt x="741794" y="693700"/>
                  </a:lnTo>
                  <a:lnTo>
                    <a:pt x="753369" y="686167"/>
                  </a:lnTo>
                  <a:lnTo>
                    <a:pt x="844885" y="597112"/>
                  </a:lnTo>
                  <a:lnTo>
                    <a:pt x="852626" y="585901"/>
                  </a:lnTo>
                  <a:lnTo>
                    <a:pt x="855370" y="573047"/>
                  </a:lnTo>
                  <a:lnTo>
                    <a:pt x="853094" y="560103"/>
                  </a:lnTo>
                  <a:lnTo>
                    <a:pt x="844885" y="547847"/>
                  </a:lnTo>
                  <a:lnTo>
                    <a:pt x="739066" y="446091"/>
                  </a:lnTo>
                  <a:lnTo>
                    <a:pt x="734714" y="440888"/>
                  </a:lnTo>
                  <a:lnTo>
                    <a:pt x="731499" y="434985"/>
                  </a:lnTo>
                  <a:lnTo>
                    <a:pt x="729508" y="428570"/>
                  </a:lnTo>
                  <a:lnTo>
                    <a:pt x="728825" y="421830"/>
                  </a:lnTo>
                  <a:lnTo>
                    <a:pt x="728825" y="11559"/>
                  </a:lnTo>
                  <a:lnTo>
                    <a:pt x="728616" y="5088"/>
                  </a:lnTo>
                  <a:lnTo>
                    <a:pt x="723244" y="0"/>
                  </a:lnTo>
                  <a:close/>
                </a:path>
              </a:pathLst>
            </a:custGeom>
            <a:solidFill>
              <a:srgbClr val="1B2C51"/>
            </a:solidFill>
          </p:spPr>
          <p:txBody>
            <a:bodyPr wrap="square" lIns="0" tIns="0" rIns="0" bIns="0" rtlCol="0"/>
            <a:lstStyle/>
            <a:p>
              <a:endParaRPr/>
            </a:p>
          </p:txBody>
        </p:sp>
        <p:sp>
          <p:nvSpPr>
            <p:cNvPr id="24" name="object 24">
              <a:extLst>
                <a:ext uri="{FF2B5EF4-FFF2-40B4-BE49-F238E27FC236}">
                  <a16:creationId xmlns:a16="http://schemas.microsoft.com/office/drawing/2014/main" id="{9A9B3A01-E8DC-2651-6E4B-6CF3656BAA9E}"/>
                </a:ext>
              </a:extLst>
            </p:cNvPr>
            <p:cNvSpPr/>
            <p:nvPr/>
          </p:nvSpPr>
          <p:spPr>
            <a:xfrm>
              <a:off x="8122989" y="1216029"/>
              <a:ext cx="587915" cy="174278"/>
            </a:xfrm>
            <a:custGeom>
              <a:avLst/>
              <a:gdLst/>
              <a:ahLst/>
              <a:cxnLst/>
              <a:rect l="l" t="t" r="r" b="b"/>
              <a:pathLst>
                <a:path w="1193165" h="353694">
                  <a:moveTo>
                    <a:pt x="494042" y="3746"/>
                  </a:moveTo>
                  <a:lnTo>
                    <a:pt x="443661" y="3746"/>
                  </a:lnTo>
                  <a:lnTo>
                    <a:pt x="438658" y="3606"/>
                  </a:lnTo>
                  <a:lnTo>
                    <a:pt x="433768" y="5118"/>
                  </a:lnTo>
                  <a:lnTo>
                    <a:pt x="363613" y="224967"/>
                  </a:lnTo>
                  <a:lnTo>
                    <a:pt x="356692" y="259130"/>
                  </a:lnTo>
                  <a:lnTo>
                    <a:pt x="354812" y="250494"/>
                  </a:lnTo>
                  <a:lnTo>
                    <a:pt x="279996" y="18275"/>
                  </a:lnTo>
                  <a:lnTo>
                    <a:pt x="263372" y="3517"/>
                  </a:lnTo>
                  <a:lnTo>
                    <a:pt x="258508" y="3721"/>
                  </a:lnTo>
                  <a:lnTo>
                    <a:pt x="234645" y="3606"/>
                  </a:lnTo>
                  <a:lnTo>
                    <a:pt x="148729" y="230073"/>
                  </a:lnTo>
                  <a:lnTo>
                    <a:pt x="141414" y="260362"/>
                  </a:lnTo>
                  <a:lnTo>
                    <a:pt x="136525" y="235623"/>
                  </a:lnTo>
                  <a:lnTo>
                    <a:pt x="74066" y="14020"/>
                  </a:lnTo>
                  <a:lnTo>
                    <a:pt x="58737" y="3581"/>
                  </a:lnTo>
                  <a:lnTo>
                    <a:pt x="53784" y="3746"/>
                  </a:lnTo>
                  <a:lnTo>
                    <a:pt x="0" y="3746"/>
                  </a:lnTo>
                  <a:lnTo>
                    <a:pt x="107061" y="349161"/>
                  </a:lnTo>
                  <a:lnTo>
                    <a:pt x="165366" y="349161"/>
                  </a:lnTo>
                  <a:lnTo>
                    <a:pt x="242684" y="110109"/>
                  </a:lnTo>
                  <a:lnTo>
                    <a:pt x="247611" y="92151"/>
                  </a:lnTo>
                  <a:lnTo>
                    <a:pt x="249034" y="99301"/>
                  </a:lnTo>
                  <a:lnTo>
                    <a:pt x="250952" y="106311"/>
                  </a:lnTo>
                  <a:lnTo>
                    <a:pt x="253365" y="113169"/>
                  </a:lnTo>
                  <a:lnTo>
                    <a:pt x="328803" y="349186"/>
                  </a:lnTo>
                  <a:lnTo>
                    <a:pt x="386867" y="349186"/>
                  </a:lnTo>
                  <a:lnTo>
                    <a:pt x="494042" y="3746"/>
                  </a:lnTo>
                  <a:close/>
                </a:path>
                <a:path w="1193165" h="353694">
                  <a:moveTo>
                    <a:pt x="822236" y="299300"/>
                  </a:moveTo>
                  <a:lnTo>
                    <a:pt x="794486" y="269252"/>
                  </a:lnTo>
                  <a:lnTo>
                    <a:pt x="791108" y="267766"/>
                  </a:lnTo>
                  <a:lnTo>
                    <a:pt x="787590" y="267855"/>
                  </a:lnTo>
                  <a:lnTo>
                    <a:pt x="785672" y="267830"/>
                  </a:lnTo>
                  <a:lnTo>
                    <a:pt x="783755" y="268249"/>
                  </a:lnTo>
                  <a:lnTo>
                    <a:pt x="780211" y="270027"/>
                  </a:lnTo>
                  <a:lnTo>
                    <a:pt x="778522" y="271208"/>
                  </a:lnTo>
                  <a:lnTo>
                    <a:pt x="772109" y="277101"/>
                  </a:lnTo>
                  <a:lnTo>
                    <a:pt x="766800" y="281127"/>
                  </a:lnTo>
                  <a:lnTo>
                    <a:pt x="731240" y="296341"/>
                  </a:lnTo>
                  <a:lnTo>
                    <a:pt x="708774" y="298729"/>
                  </a:lnTo>
                  <a:lnTo>
                    <a:pt x="700824" y="298665"/>
                  </a:lnTo>
                  <a:lnTo>
                    <a:pt x="659714" y="290436"/>
                  </a:lnTo>
                  <a:lnTo>
                    <a:pt x="626529" y="266649"/>
                  </a:lnTo>
                  <a:lnTo>
                    <a:pt x="604151" y="228434"/>
                  </a:lnTo>
                  <a:lnTo>
                    <a:pt x="596265" y="189788"/>
                  </a:lnTo>
                  <a:lnTo>
                    <a:pt x="595909" y="176606"/>
                  </a:lnTo>
                  <a:lnTo>
                    <a:pt x="596239" y="163512"/>
                  </a:lnTo>
                  <a:lnTo>
                    <a:pt x="603580" y="125107"/>
                  </a:lnTo>
                  <a:lnTo>
                    <a:pt x="625094" y="86880"/>
                  </a:lnTo>
                  <a:lnTo>
                    <a:pt x="658164" y="62992"/>
                  </a:lnTo>
                  <a:lnTo>
                    <a:pt x="700620" y="54749"/>
                  </a:lnTo>
                  <a:lnTo>
                    <a:pt x="708698" y="54635"/>
                  </a:lnTo>
                  <a:lnTo>
                    <a:pt x="716699" y="55333"/>
                  </a:lnTo>
                  <a:lnTo>
                    <a:pt x="760780" y="70739"/>
                  </a:lnTo>
                  <a:lnTo>
                    <a:pt x="770318" y="76898"/>
                  </a:lnTo>
                  <a:lnTo>
                    <a:pt x="777900" y="81216"/>
                  </a:lnTo>
                  <a:lnTo>
                    <a:pt x="817689" y="44945"/>
                  </a:lnTo>
                  <a:lnTo>
                    <a:pt x="806424" y="35102"/>
                  </a:lnTo>
                  <a:lnTo>
                    <a:pt x="767905" y="12433"/>
                  </a:lnTo>
                  <a:lnTo>
                    <a:pt x="718045" y="571"/>
                  </a:lnTo>
                  <a:lnTo>
                    <a:pt x="700887" y="0"/>
                  </a:lnTo>
                  <a:lnTo>
                    <a:pt x="683120" y="660"/>
                  </a:lnTo>
                  <a:lnTo>
                    <a:pt x="631558" y="13042"/>
                  </a:lnTo>
                  <a:lnTo>
                    <a:pt x="589686" y="38290"/>
                  </a:lnTo>
                  <a:lnTo>
                    <a:pt x="557364" y="75577"/>
                  </a:lnTo>
                  <a:lnTo>
                    <a:pt x="537133" y="122593"/>
                  </a:lnTo>
                  <a:lnTo>
                    <a:pt x="530288" y="176568"/>
                  </a:lnTo>
                  <a:lnTo>
                    <a:pt x="530872" y="194614"/>
                  </a:lnTo>
                  <a:lnTo>
                    <a:pt x="541870" y="247484"/>
                  </a:lnTo>
                  <a:lnTo>
                    <a:pt x="564743" y="290779"/>
                  </a:lnTo>
                  <a:lnTo>
                    <a:pt x="599490" y="324446"/>
                  </a:lnTo>
                  <a:lnTo>
                    <a:pt x="644359" y="345846"/>
                  </a:lnTo>
                  <a:lnTo>
                    <a:pt x="696823" y="353072"/>
                  </a:lnTo>
                  <a:lnTo>
                    <a:pt x="715708" y="352552"/>
                  </a:lnTo>
                  <a:lnTo>
                    <a:pt x="770509" y="339204"/>
                  </a:lnTo>
                  <a:lnTo>
                    <a:pt x="811161" y="311531"/>
                  </a:lnTo>
                  <a:lnTo>
                    <a:pt x="822236" y="299300"/>
                  </a:lnTo>
                  <a:close/>
                </a:path>
                <a:path w="1193165" h="353694">
                  <a:moveTo>
                    <a:pt x="1193088" y="349199"/>
                  </a:moveTo>
                  <a:lnTo>
                    <a:pt x="1159687" y="264134"/>
                  </a:lnTo>
                  <a:lnTo>
                    <a:pt x="1141857" y="218732"/>
                  </a:lnTo>
                  <a:lnTo>
                    <a:pt x="1080693" y="62966"/>
                  </a:lnTo>
                  <a:lnTo>
                    <a:pt x="1079563" y="60096"/>
                  </a:lnTo>
                  <a:lnTo>
                    <a:pt x="1079563" y="218732"/>
                  </a:lnTo>
                  <a:lnTo>
                    <a:pt x="969683" y="218732"/>
                  </a:lnTo>
                  <a:lnTo>
                    <a:pt x="1011504" y="104305"/>
                  </a:lnTo>
                  <a:lnTo>
                    <a:pt x="1013574" y="99047"/>
                  </a:lnTo>
                  <a:lnTo>
                    <a:pt x="1015720" y="92837"/>
                  </a:lnTo>
                  <a:lnTo>
                    <a:pt x="1020178" y="78701"/>
                  </a:lnTo>
                  <a:lnTo>
                    <a:pt x="1022324" y="71056"/>
                  </a:lnTo>
                  <a:lnTo>
                    <a:pt x="1024407" y="62966"/>
                  </a:lnTo>
                  <a:lnTo>
                    <a:pt x="1026591" y="71056"/>
                  </a:lnTo>
                  <a:lnTo>
                    <a:pt x="1028852" y="78701"/>
                  </a:lnTo>
                  <a:lnTo>
                    <a:pt x="1033310" y="92684"/>
                  </a:lnTo>
                  <a:lnTo>
                    <a:pt x="1035481" y="98755"/>
                  </a:lnTo>
                  <a:lnTo>
                    <a:pt x="1037539" y="103822"/>
                  </a:lnTo>
                  <a:lnTo>
                    <a:pt x="1079563" y="218732"/>
                  </a:lnTo>
                  <a:lnTo>
                    <a:pt x="1079563" y="60096"/>
                  </a:lnTo>
                  <a:lnTo>
                    <a:pt x="1057452" y="3771"/>
                  </a:lnTo>
                  <a:lnTo>
                    <a:pt x="991997" y="3771"/>
                  </a:lnTo>
                  <a:lnTo>
                    <a:pt x="856030" y="349199"/>
                  </a:lnTo>
                  <a:lnTo>
                    <a:pt x="906170" y="349199"/>
                  </a:lnTo>
                  <a:lnTo>
                    <a:pt x="911085" y="349364"/>
                  </a:lnTo>
                  <a:lnTo>
                    <a:pt x="915962" y="347764"/>
                  </a:lnTo>
                  <a:lnTo>
                    <a:pt x="919797" y="344639"/>
                  </a:lnTo>
                  <a:lnTo>
                    <a:pt x="923137" y="342061"/>
                  </a:lnTo>
                  <a:lnTo>
                    <a:pt x="925652" y="338696"/>
                  </a:lnTo>
                  <a:lnTo>
                    <a:pt x="927201" y="334632"/>
                  </a:lnTo>
                  <a:lnTo>
                    <a:pt x="953008" y="264134"/>
                  </a:lnTo>
                  <a:lnTo>
                    <a:pt x="1096137" y="264134"/>
                  </a:lnTo>
                  <a:lnTo>
                    <a:pt x="1121930" y="334632"/>
                  </a:lnTo>
                  <a:lnTo>
                    <a:pt x="1138567" y="349389"/>
                  </a:lnTo>
                  <a:lnTo>
                    <a:pt x="1143457" y="349199"/>
                  </a:lnTo>
                  <a:lnTo>
                    <a:pt x="1193088" y="349199"/>
                  </a:lnTo>
                  <a:close/>
                </a:path>
              </a:pathLst>
            </a:custGeom>
            <a:solidFill>
              <a:srgbClr val="1B2C51"/>
            </a:solidFill>
          </p:spPr>
          <p:txBody>
            <a:bodyPr wrap="square" lIns="0" tIns="0" rIns="0" bIns="0" rtlCol="0"/>
            <a:lstStyle/>
            <a:p>
              <a:endParaRPr/>
            </a:p>
          </p:txBody>
        </p:sp>
        <p:sp>
          <p:nvSpPr>
            <p:cNvPr id="25" name="object 25">
              <a:extLst>
                <a:ext uri="{FF2B5EF4-FFF2-40B4-BE49-F238E27FC236}">
                  <a16:creationId xmlns:a16="http://schemas.microsoft.com/office/drawing/2014/main" id="{C9C56E3F-4587-6298-CC0A-004C55030A85}"/>
                </a:ext>
              </a:extLst>
            </p:cNvPr>
            <p:cNvSpPr/>
            <p:nvPr/>
          </p:nvSpPr>
          <p:spPr>
            <a:xfrm>
              <a:off x="8804819" y="1217888"/>
              <a:ext cx="31914" cy="170210"/>
            </a:xfrm>
            <a:custGeom>
              <a:avLst/>
              <a:gdLst/>
              <a:ahLst/>
              <a:cxnLst/>
              <a:rect l="l" t="t" r="r" b="b"/>
              <a:pathLst>
                <a:path w="64769" h="345440">
                  <a:moveTo>
                    <a:pt x="64511" y="0"/>
                  </a:moveTo>
                  <a:lnTo>
                    <a:pt x="0" y="0"/>
                  </a:lnTo>
                  <a:lnTo>
                    <a:pt x="0" y="345413"/>
                  </a:lnTo>
                  <a:lnTo>
                    <a:pt x="64511" y="345413"/>
                  </a:lnTo>
                  <a:lnTo>
                    <a:pt x="64511" y="0"/>
                  </a:lnTo>
                  <a:close/>
                </a:path>
              </a:pathLst>
            </a:custGeom>
            <a:solidFill>
              <a:srgbClr val="1B2C51"/>
            </a:solidFill>
          </p:spPr>
          <p:txBody>
            <a:bodyPr wrap="square" lIns="0" tIns="0" rIns="0" bIns="0" rtlCol="0"/>
            <a:lstStyle/>
            <a:p>
              <a:endParaRPr/>
            </a:p>
          </p:txBody>
        </p:sp>
        <p:sp>
          <p:nvSpPr>
            <p:cNvPr id="26" name="object 26">
              <a:extLst>
                <a:ext uri="{FF2B5EF4-FFF2-40B4-BE49-F238E27FC236}">
                  <a16:creationId xmlns:a16="http://schemas.microsoft.com/office/drawing/2014/main" id="{EDCC263E-7279-98A9-EEA9-C183F0966E08}"/>
                </a:ext>
              </a:extLst>
            </p:cNvPr>
            <p:cNvSpPr/>
            <p:nvPr/>
          </p:nvSpPr>
          <p:spPr>
            <a:xfrm>
              <a:off x="8884155" y="1217886"/>
              <a:ext cx="143615" cy="170210"/>
            </a:xfrm>
            <a:custGeom>
              <a:avLst/>
              <a:gdLst/>
              <a:ahLst/>
              <a:cxnLst/>
              <a:rect l="l" t="t" r="r" b="b"/>
              <a:pathLst>
                <a:path w="291465" h="345440">
                  <a:moveTo>
                    <a:pt x="291289" y="31"/>
                  </a:moveTo>
                  <a:lnTo>
                    <a:pt x="234589" y="31"/>
                  </a:lnTo>
                  <a:lnTo>
                    <a:pt x="234589" y="210045"/>
                  </a:lnTo>
                  <a:lnTo>
                    <a:pt x="234725" y="219658"/>
                  </a:lnTo>
                  <a:lnTo>
                    <a:pt x="236244" y="241563"/>
                  </a:lnTo>
                  <a:lnTo>
                    <a:pt x="55150" y="10303"/>
                  </a:lnTo>
                  <a:lnTo>
                    <a:pt x="36009" y="0"/>
                  </a:lnTo>
                  <a:lnTo>
                    <a:pt x="0" y="0"/>
                  </a:lnTo>
                  <a:lnTo>
                    <a:pt x="0" y="345413"/>
                  </a:lnTo>
                  <a:lnTo>
                    <a:pt x="56637" y="345413"/>
                  </a:lnTo>
                  <a:lnTo>
                    <a:pt x="56637" y="133315"/>
                  </a:lnTo>
                  <a:lnTo>
                    <a:pt x="56274" y="119340"/>
                  </a:lnTo>
                  <a:lnTo>
                    <a:pt x="55181" y="104164"/>
                  </a:lnTo>
                  <a:lnTo>
                    <a:pt x="235584" y="334429"/>
                  </a:lnTo>
                  <a:lnTo>
                    <a:pt x="240031" y="339354"/>
                  </a:lnTo>
                  <a:lnTo>
                    <a:pt x="245496" y="342917"/>
                  </a:lnTo>
                  <a:lnTo>
                    <a:pt x="251685" y="344982"/>
                  </a:lnTo>
                  <a:lnTo>
                    <a:pt x="258306" y="345413"/>
                  </a:lnTo>
                  <a:lnTo>
                    <a:pt x="291258" y="345413"/>
                  </a:lnTo>
                  <a:lnTo>
                    <a:pt x="291258" y="0"/>
                  </a:lnTo>
                  <a:close/>
                </a:path>
              </a:pathLst>
            </a:custGeom>
            <a:solidFill>
              <a:srgbClr val="1B2C51"/>
            </a:solidFill>
          </p:spPr>
          <p:txBody>
            <a:bodyPr wrap="square" lIns="0" tIns="0" rIns="0" bIns="0" rtlCol="0"/>
            <a:lstStyle/>
            <a:p>
              <a:endParaRPr/>
            </a:p>
          </p:txBody>
        </p:sp>
        <p:sp>
          <p:nvSpPr>
            <p:cNvPr id="27" name="object 27">
              <a:extLst>
                <a:ext uri="{FF2B5EF4-FFF2-40B4-BE49-F238E27FC236}">
                  <a16:creationId xmlns:a16="http://schemas.microsoft.com/office/drawing/2014/main" id="{CDC47A37-85F3-7EE9-73F5-2267A43F4CC7}"/>
                </a:ext>
              </a:extLst>
            </p:cNvPr>
            <p:cNvSpPr/>
            <p:nvPr/>
          </p:nvSpPr>
          <p:spPr>
            <a:xfrm>
              <a:off x="9066151" y="1216026"/>
              <a:ext cx="143928" cy="174278"/>
            </a:xfrm>
            <a:custGeom>
              <a:avLst/>
              <a:gdLst/>
              <a:ahLst/>
              <a:cxnLst/>
              <a:rect l="l" t="t" r="r" b="b"/>
              <a:pathLst>
                <a:path w="292100" h="353694">
                  <a:moveTo>
                    <a:pt x="170591" y="0"/>
                  </a:moveTo>
                  <a:lnTo>
                    <a:pt x="118046" y="7212"/>
                  </a:lnTo>
                  <a:lnTo>
                    <a:pt x="72449" y="28452"/>
                  </a:lnTo>
                  <a:lnTo>
                    <a:pt x="36571" y="62018"/>
                  </a:lnTo>
                  <a:lnTo>
                    <a:pt x="12418" y="105253"/>
                  </a:lnTo>
                  <a:lnTo>
                    <a:pt x="625" y="158362"/>
                  </a:lnTo>
                  <a:lnTo>
                    <a:pt x="0" y="176570"/>
                  </a:lnTo>
                  <a:lnTo>
                    <a:pt x="586" y="194617"/>
                  </a:lnTo>
                  <a:lnTo>
                    <a:pt x="11591" y="247489"/>
                  </a:lnTo>
                  <a:lnTo>
                    <a:pt x="34488" y="290773"/>
                  </a:lnTo>
                  <a:lnTo>
                    <a:pt x="69224" y="324450"/>
                  </a:lnTo>
                  <a:lnTo>
                    <a:pt x="114094" y="345846"/>
                  </a:lnTo>
                  <a:lnTo>
                    <a:pt x="166528" y="353078"/>
                  </a:lnTo>
                  <a:lnTo>
                    <a:pt x="185423" y="352552"/>
                  </a:lnTo>
                  <a:lnTo>
                    <a:pt x="240223" y="339204"/>
                  </a:lnTo>
                  <a:lnTo>
                    <a:pt x="280872" y="311535"/>
                  </a:lnTo>
                  <a:lnTo>
                    <a:pt x="291949" y="299299"/>
                  </a:lnTo>
                  <a:lnTo>
                    <a:pt x="264222" y="269258"/>
                  </a:lnTo>
                  <a:lnTo>
                    <a:pt x="260882" y="267771"/>
                  </a:lnTo>
                  <a:lnTo>
                    <a:pt x="257280" y="267855"/>
                  </a:lnTo>
                  <a:lnTo>
                    <a:pt x="255353" y="267824"/>
                  </a:lnTo>
                  <a:lnTo>
                    <a:pt x="253437" y="268253"/>
                  </a:lnTo>
                  <a:lnTo>
                    <a:pt x="249898" y="270033"/>
                  </a:lnTo>
                  <a:lnTo>
                    <a:pt x="248201" y="271206"/>
                  </a:lnTo>
                  <a:lnTo>
                    <a:pt x="241772" y="277101"/>
                  </a:lnTo>
                  <a:lnTo>
                    <a:pt x="236474" y="281132"/>
                  </a:lnTo>
                  <a:lnTo>
                    <a:pt x="200915" y="296346"/>
                  </a:lnTo>
                  <a:lnTo>
                    <a:pt x="178434" y="298723"/>
                  </a:lnTo>
                  <a:lnTo>
                    <a:pt x="170476" y="298671"/>
                  </a:lnTo>
                  <a:lnTo>
                    <a:pt x="129367" y="290430"/>
                  </a:lnTo>
                  <a:lnTo>
                    <a:pt x="96175" y="266651"/>
                  </a:lnTo>
                  <a:lnTo>
                    <a:pt x="73809" y="228432"/>
                  </a:lnTo>
                  <a:lnTo>
                    <a:pt x="65928" y="189789"/>
                  </a:lnTo>
                  <a:lnTo>
                    <a:pt x="65568" y="176601"/>
                  </a:lnTo>
                  <a:lnTo>
                    <a:pt x="65894" y="163515"/>
                  </a:lnTo>
                  <a:lnTo>
                    <a:pt x="73233" y="125106"/>
                  </a:lnTo>
                  <a:lnTo>
                    <a:pt x="94751" y="86876"/>
                  </a:lnTo>
                  <a:lnTo>
                    <a:pt x="127818" y="62992"/>
                  </a:lnTo>
                  <a:lnTo>
                    <a:pt x="170277" y="54752"/>
                  </a:lnTo>
                  <a:lnTo>
                    <a:pt x="178319" y="54637"/>
                  </a:lnTo>
                  <a:lnTo>
                    <a:pt x="186350" y="55328"/>
                  </a:lnTo>
                  <a:lnTo>
                    <a:pt x="230443" y="70741"/>
                  </a:lnTo>
                  <a:lnTo>
                    <a:pt x="239971" y="76898"/>
                  </a:lnTo>
                  <a:lnTo>
                    <a:pt x="247573" y="81212"/>
                  </a:lnTo>
                  <a:lnTo>
                    <a:pt x="250149" y="81903"/>
                  </a:lnTo>
                  <a:lnTo>
                    <a:pt x="255678" y="82133"/>
                  </a:lnTo>
                  <a:lnTo>
                    <a:pt x="258557" y="81358"/>
                  </a:lnTo>
                  <a:lnTo>
                    <a:pt x="262913" y="78437"/>
                  </a:lnTo>
                  <a:lnTo>
                    <a:pt x="264567" y="76751"/>
                  </a:lnTo>
                  <a:lnTo>
                    <a:pt x="287394" y="44941"/>
                  </a:lnTo>
                  <a:lnTo>
                    <a:pt x="276137" y="35097"/>
                  </a:lnTo>
                  <a:lnTo>
                    <a:pt x="237615" y="12439"/>
                  </a:lnTo>
                  <a:lnTo>
                    <a:pt x="187750" y="565"/>
                  </a:lnTo>
                  <a:lnTo>
                    <a:pt x="170591" y="0"/>
                  </a:lnTo>
                  <a:close/>
                </a:path>
              </a:pathLst>
            </a:custGeom>
            <a:solidFill>
              <a:srgbClr val="1B2C51"/>
            </a:solidFill>
          </p:spPr>
          <p:txBody>
            <a:bodyPr wrap="square" lIns="0" tIns="0" rIns="0" bIns="0" rtlCol="0"/>
            <a:lstStyle/>
            <a:p>
              <a:endParaRPr/>
            </a:p>
          </p:txBody>
        </p:sp>
        <p:pic>
          <p:nvPicPr>
            <p:cNvPr id="28" name="object 28">
              <a:extLst>
                <a:ext uri="{FF2B5EF4-FFF2-40B4-BE49-F238E27FC236}">
                  <a16:creationId xmlns:a16="http://schemas.microsoft.com/office/drawing/2014/main" id="{5F505787-6DE9-F29A-1956-6A0AFE94047F}"/>
                </a:ext>
              </a:extLst>
            </p:cNvPr>
            <p:cNvPicPr/>
            <p:nvPr/>
          </p:nvPicPr>
          <p:blipFill>
            <a:blip r:embed="rId4" cstate="print"/>
            <a:stretch>
              <a:fillRect/>
            </a:stretch>
          </p:blipFill>
          <p:spPr>
            <a:xfrm>
              <a:off x="9240846" y="1354268"/>
              <a:ext cx="35615" cy="35507"/>
            </a:xfrm>
            <a:prstGeom prst="rect">
              <a:avLst/>
            </a:prstGeom>
          </p:spPr>
        </p:pic>
      </p:grpSp>
      <p:sp>
        <p:nvSpPr>
          <p:cNvPr id="29" name="object 29">
            <a:extLst>
              <a:ext uri="{FF2B5EF4-FFF2-40B4-BE49-F238E27FC236}">
                <a16:creationId xmlns:a16="http://schemas.microsoft.com/office/drawing/2014/main" id="{5D8377AE-5918-CDF0-C518-AA12DA11B6F0}"/>
              </a:ext>
            </a:extLst>
          </p:cNvPr>
          <p:cNvSpPr/>
          <p:nvPr/>
        </p:nvSpPr>
        <p:spPr>
          <a:xfrm>
            <a:off x="515937" y="1187544"/>
            <a:ext cx="8874412" cy="0"/>
          </a:xfrm>
          <a:custGeom>
            <a:avLst/>
            <a:gdLst/>
            <a:ahLst/>
            <a:cxnLst/>
            <a:rect l="l" t="t" r="r" b="b"/>
            <a:pathLst>
              <a:path w="18010505">
                <a:moveTo>
                  <a:pt x="0" y="0"/>
                </a:moveTo>
                <a:lnTo>
                  <a:pt x="18009922" y="0"/>
                </a:lnTo>
              </a:path>
            </a:pathLst>
          </a:custGeom>
          <a:ln w="20941">
            <a:solidFill>
              <a:srgbClr val="2C4C76"/>
            </a:solidFill>
          </a:ln>
        </p:spPr>
        <p:txBody>
          <a:bodyPr wrap="square" lIns="0" tIns="0" rIns="0" bIns="0" rtlCol="0"/>
          <a:lstStyle/>
          <a:p>
            <a:endParaRPr/>
          </a:p>
        </p:txBody>
      </p:sp>
      <p:sp>
        <p:nvSpPr>
          <p:cNvPr id="35" name="object 14">
            <a:extLst>
              <a:ext uri="{FF2B5EF4-FFF2-40B4-BE49-F238E27FC236}">
                <a16:creationId xmlns:a16="http://schemas.microsoft.com/office/drawing/2014/main" id="{E4E93382-8145-8D0B-E107-6CC63EEBC073}"/>
              </a:ext>
            </a:extLst>
          </p:cNvPr>
          <p:cNvSpPr txBox="1"/>
          <p:nvPr/>
        </p:nvSpPr>
        <p:spPr>
          <a:xfrm>
            <a:off x="697091" y="4796428"/>
            <a:ext cx="3904112" cy="1113064"/>
          </a:xfrm>
          <a:prstGeom prst="rect">
            <a:avLst/>
          </a:prstGeom>
        </p:spPr>
        <p:txBody>
          <a:bodyPr vert="horz" wrap="square" lIns="0" tIns="8448" rIns="0" bIns="0" rtlCol="0">
            <a:spAutoFit/>
          </a:bodyPr>
          <a:lstStyle/>
          <a:p>
            <a:pPr marL="6257">
              <a:lnSpc>
                <a:spcPct val="150000"/>
              </a:lnSpc>
              <a:spcBef>
                <a:spcPts val="67"/>
              </a:spcBef>
            </a:pPr>
            <a:r>
              <a:rPr lang="ja-JP" altLang="en-US" sz="1182" spc="-12">
                <a:solidFill>
                  <a:srgbClr val="2C4C76"/>
                </a:solidFill>
                <a:latin typeface="+mn-ea"/>
                <a:ea typeface="+mn-ea"/>
                <a:cs typeface="Yu Gothic Pr6N D"/>
              </a:rPr>
              <a:t>設立年月日</a:t>
            </a:r>
            <a:endParaRPr lang="en-US" altLang="ja-JP" sz="1182" spc="-12" dirty="0">
              <a:solidFill>
                <a:srgbClr val="2C4C76"/>
              </a:solidFill>
              <a:latin typeface="+mn-ea"/>
              <a:ea typeface="+mn-ea"/>
              <a:cs typeface="Yu Gothic Pr6N D"/>
            </a:endParaRPr>
          </a:p>
          <a:p>
            <a:pPr marL="6257">
              <a:lnSpc>
                <a:spcPct val="150000"/>
              </a:lnSpc>
              <a:spcBef>
                <a:spcPts val="67"/>
              </a:spcBef>
            </a:pPr>
            <a:r>
              <a:rPr lang="ja-JP" altLang="en-US" sz="1182" spc="-12">
                <a:solidFill>
                  <a:srgbClr val="2C4C76"/>
                </a:solidFill>
                <a:latin typeface="+mn-ea"/>
                <a:ea typeface="+mn-ea"/>
                <a:cs typeface="Yu Gothic Pr6N D"/>
              </a:rPr>
              <a:t>代表取締役</a:t>
            </a:r>
            <a:endParaRPr lang="en-US" altLang="ja-JP" sz="1182" spc="-12" dirty="0">
              <a:solidFill>
                <a:srgbClr val="2C4C76"/>
              </a:solidFill>
              <a:latin typeface="+mn-ea"/>
              <a:ea typeface="+mn-ea"/>
              <a:cs typeface="Yu Gothic Pr6N D"/>
            </a:endParaRPr>
          </a:p>
          <a:p>
            <a:pPr marL="6257">
              <a:lnSpc>
                <a:spcPct val="150000"/>
              </a:lnSpc>
              <a:spcBef>
                <a:spcPts val="67"/>
              </a:spcBef>
            </a:pPr>
            <a:r>
              <a:rPr lang="ja-JP" altLang="en-US" sz="1182" spc="-12">
                <a:solidFill>
                  <a:srgbClr val="2C4C76"/>
                </a:solidFill>
                <a:latin typeface="+mn-ea"/>
                <a:ea typeface="+mn-ea"/>
                <a:cs typeface="Yu Gothic Pr6N D"/>
              </a:rPr>
              <a:t>資本金</a:t>
            </a:r>
            <a:endParaRPr lang="en-US" altLang="ja-JP" sz="1182" spc="-12" dirty="0">
              <a:solidFill>
                <a:srgbClr val="2C4C76"/>
              </a:solidFill>
              <a:latin typeface="+mn-ea"/>
              <a:ea typeface="+mn-ea"/>
              <a:cs typeface="Yu Gothic Pr6N D"/>
            </a:endParaRPr>
          </a:p>
          <a:p>
            <a:pPr marL="6257">
              <a:lnSpc>
                <a:spcPct val="150000"/>
              </a:lnSpc>
              <a:spcBef>
                <a:spcPts val="67"/>
              </a:spcBef>
            </a:pPr>
            <a:r>
              <a:rPr lang="ja-JP" altLang="en-US" sz="1182" spc="-12">
                <a:solidFill>
                  <a:srgbClr val="2C4C76"/>
                </a:solidFill>
                <a:latin typeface="+mn-ea"/>
                <a:ea typeface="+mn-ea"/>
                <a:cs typeface="Yu Gothic Pr6N D"/>
              </a:rPr>
              <a:t>主たる業務</a:t>
            </a:r>
          </a:p>
        </p:txBody>
      </p:sp>
      <p:sp>
        <p:nvSpPr>
          <p:cNvPr id="36" name="object 14">
            <a:extLst>
              <a:ext uri="{FF2B5EF4-FFF2-40B4-BE49-F238E27FC236}">
                <a16:creationId xmlns:a16="http://schemas.microsoft.com/office/drawing/2014/main" id="{E567D7FC-3ED9-A5A5-98C9-865307DE988F}"/>
              </a:ext>
            </a:extLst>
          </p:cNvPr>
          <p:cNvSpPr txBox="1"/>
          <p:nvPr/>
        </p:nvSpPr>
        <p:spPr>
          <a:xfrm>
            <a:off x="672707" y="3969181"/>
            <a:ext cx="7328579" cy="541625"/>
          </a:xfrm>
          <a:prstGeom prst="rect">
            <a:avLst/>
          </a:prstGeom>
        </p:spPr>
        <p:txBody>
          <a:bodyPr vert="horz" wrap="square" lIns="0" tIns="8448" rIns="0" bIns="0" rtlCol="0">
            <a:spAutoFit/>
          </a:bodyPr>
          <a:lstStyle/>
          <a:p>
            <a:pPr marL="6257">
              <a:lnSpc>
                <a:spcPct val="150000"/>
              </a:lnSpc>
              <a:spcBef>
                <a:spcPts val="67"/>
              </a:spcBef>
            </a:pPr>
            <a:r>
              <a:rPr lang="ja-JP" altLang="en-US" sz="1182" spc="-12">
                <a:solidFill>
                  <a:srgbClr val="2C4C76"/>
                </a:solidFill>
                <a:latin typeface="+mn-ea"/>
                <a:ea typeface="+mn-ea"/>
                <a:cs typeface="Yu Gothic Pr6N D"/>
              </a:rPr>
              <a:t>〒</a:t>
            </a:r>
            <a:r>
              <a:rPr lang="en-US" altLang="ja-JP" sz="1182" spc="-12" dirty="0">
                <a:solidFill>
                  <a:srgbClr val="2C4C76"/>
                </a:solidFill>
                <a:latin typeface="+mn-ea"/>
                <a:ea typeface="+mn-ea"/>
                <a:cs typeface="Yu Gothic Pr6N D"/>
              </a:rPr>
              <a:t>105-0001 </a:t>
            </a:r>
            <a:r>
              <a:rPr lang="ja-JP" altLang="en-US" sz="1182" spc="-12">
                <a:solidFill>
                  <a:srgbClr val="2C4C76"/>
                </a:solidFill>
                <a:latin typeface="+mn-ea"/>
                <a:ea typeface="+mn-ea"/>
                <a:cs typeface="Yu Gothic Pr6N D"/>
              </a:rPr>
              <a:t>東京都港区虎ノ門一丁目</a:t>
            </a:r>
            <a:r>
              <a:rPr lang="en-US" altLang="ja-JP" sz="1182" spc="-12" dirty="0">
                <a:solidFill>
                  <a:srgbClr val="2C4C76"/>
                </a:solidFill>
                <a:latin typeface="+mn-ea"/>
                <a:ea typeface="+mn-ea"/>
                <a:cs typeface="Yu Gothic Pr6N D"/>
              </a:rPr>
              <a:t>14</a:t>
            </a:r>
            <a:r>
              <a:rPr lang="ja-JP" altLang="en-US" sz="1182" spc="-12">
                <a:solidFill>
                  <a:srgbClr val="2C4C76"/>
                </a:solidFill>
                <a:latin typeface="+mn-ea"/>
                <a:ea typeface="+mn-ea"/>
                <a:cs typeface="Yu Gothic Pr6N D"/>
              </a:rPr>
              <a:t>番</a:t>
            </a:r>
            <a:r>
              <a:rPr lang="en-US" altLang="ja-JP" sz="1182" spc="-12" dirty="0">
                <a:solidFill>
                  <a:srgbClr val="2C4C76"/>
                </a:solidFill>
                <a:latin typeface="+mn-ea"/>
                <a:ea typeface="+mn-ea"/>
                <a:cs typeface="Yu Gothic Pr6N D"/>
              </a:rPr>
              <a:t>1</a:t>
            </a:r>
            <a:r>
              <a:rPr lang="ja-JP" altLang="en-US" sz="1182" spc="-12">
                <a:solidFill>
                  <a:srgbClr val="2C4C76"/>
                </a:solidFill>
                <a:latin typeface="+mn-ea"/>
                <a:ea typeface="+mn-ea"/>
                <a:cs typeface="Yu Gothic Pr6N D"/>
              </a:rPr>
              <a:t>号　郵政福祉琴平ビル</a:t>
            </a:r>
            <a:r>
              <a:rPr lang="en-US" altLang="ja-JP" sz="1182" spc="-12" dirty="0">
                <a:solidFill>
                  <a:srgbClr val="2C4C76"/>
                </a:solidFill>
                <a:latin typeface="+mn-ea"/>
                <a:ea typeface="+mn-ea"/>
                <a:cs typeface="Yu Gothic Pr6N D"/>
              </a:rPr>
              <a:t>4</a:t>
            </a:r>
            <a:r>
              <a:rPr lang="ja-JP" altLang="en-US" sz="1182" spc="-12">
                <a:solidFill>
                  <a:srgbClr val="2C4C76"/>
                </a:solidFill>
                <a:latin typeface="+mn-ea"/>
                <a:ea typeface="+mn-ea"/>
                <a:cs typeface="Yu Gothic Pr6N D"/>
              </a:rPr>
              <a:t>階</a:t>
            </a:r>
            <a:endParaRPr lang="en-US" altLang="ja-JP" sz="1182" spc="-12" dirty="0">
              <a:solidFill>
                <a:srgbClr val="2C4C76"/>
              </a:solidFill>
              <a:latin typeface="+mn-ea"/>
              <a:ea typeface="+mn-ea"/>
              <a:cs typeface="Yu Gothic Pr6N D"/>
            </a:endParaRPr>
          </a:p>
          <a:p>
            <a:pPr marL="6257">
              <a:lnSpc>
                <a:spcPct val="150000"/>
              </a:lnSpc>
              <a:spcBef>
                <a:spcPts val="67"/>
              </a:spcBef>
            </a:pPr>
            <a:r>
              <a:rPr lang="en-US" altLang="ja-JP" sz="1182" spc="-12" dirty="0">
                <a:solidFill>
                  <a:srgbClr val="2C4C76"/>
                </a:solidFill>
                <a:latin typeface="+mn-ea"/>
                <a:ea typeface="+mn-ea"/>
                <a:cs typeface="Yu Gothic Pr6N D"/>
              </a:rPr>
              <a:t>TEL</a:t>
            </a:r>
            <a:r>
              <a:rPr lang="ja-JP" altLang="en-US" sz="1182" spc="-12">
                <a:solidFill>
                  <a:srgbClr val="2C4C76"/>
                </a:solidFill>
                <a:latin typeface="+mn-ea"/>
                <a:ea typeface="+mn-ea"/>
                <a:cs typeface="Yu Gothic Pr6N D"/>
              </a:rPr>
              <a:t>：</a:t>
            </a:r>
            <a:r>
              <a:rPr lang="en-US" altLang="ja-JP" sz="1182" spc="-12" dirty="0">
                <a:solidFill>
                  <a:srgbClr val="2C4C76"/>
                </a:solidFill>
                <a:latin typeface="+mn-ea"/>
                <a:ea typeface="+mn-ea"/>
                <a:cs typeface="Yu Gothic Pr6N D"/>
              </a:rPr>
              <a:t>03-6161-3100</a:t>
            </a:r>
            <a:r>
              <a:rPr lang="ja-JP" altLang="en-US" sz="1182" spc="-12">
                <a:solidFill>
                  <a:srgbClr val="2C4C76"/>
                </a:solidFill>
                <a:latin typeface="+mn-ea"/>
                <a:ea typeface="+mn-ea"/>
                <a:cs typeface="Yu Gothic Pr6N D"/>
              </a:rPr>
              <a:t>（代表）　</a:t>
            </a:r>
            <a:r>
              <a:rPr lang="en-US" altLang="ja-JP" sz="1182" spc="-12" dirty="0">
                <a:solidFill>
                  <a:srgbClr val="2C4C76"/>
                </a:solidFill>
                <a:latin typeface="+mn-ea"/>
                <a:ea typeface="+mn-ea"/>
                <a:cs typeface="Yu Gothic Pr6N D"/>
              </a:rPr>
              <a:t>FAX</a:t>
            </a:r>
            <a:r>
              <a:rPr lang="ja-JP" altLang="en-US" sz="1182" spc="-12">
                <a:solidFill>
                  <a:srgbClr val="2C4C76"/>
                </a:solidFill>
                <a:latin typeface="+mn-ea"/>
                <a:ea typeface="+mn-ea"/>
                <a:cs typeface="Yu Gothic Pr6N D"/>
              </a:rPr>
              <a:t>：</a:t>
            </a:r>
            <a:r>
              <a:rPr lang="en-US" altLang="ja-JP" sz="1182" spc="-12" dirty="0">
                <a:solidFill>
                  <a:srgbClr val="2C4C76"/>
                </a:solidFill>
                <a:latin typeface="+mn-ea"/>
                <a:ea typeface="+mn-ea"/>
                <a:cs typeface="Yu Gothic Pr6N D"/>
              </a:rPr>
              <a:t>03-6555-2534     https://</a:t>
            </a:r>
            <a:r>
              <a:rPr lang="en-US" altLang="ja-JP" sz="1182" spc="-12" dirty="0" err="1">
                <a:solidFill>
                  <a:srgbClr val="2C4C76"/>
                </a:solidFill>
                <a:latin typeface="+mn-ea"/>
                <a:ea typeface="+mn-ea"/>
                <a:cs typeface="Yu Gothic Pr6N D"/>
              </a:rPr>
              <a:t>www.wca.co.jp</a:t>
            </a:r>
            <a:r>
              <a:rPr lang="en-US" altLang="ja-JP" sz="1182" spc="-12" dirty="0">
                <a:solidFill>
                  <a:srgbClr val="2C4C76"/>
                </a:solidFill>
                <a:latin typeface="+mn-ea"/>
                <a:ea typeface="+mn-ea"/>
                <a:cs typeface="Yu Gothic Pr6N D"/>
              </a:rPr>
              <a:t>/</a:t>
            </a:r>
          </a:p>
        </p:txBody>
      </p:sp>
      <p:sp>
        <p:nvSpPr>
          <p:cNvPr id="13" name="object 14">
            <a:extLst>
              <a:ext uri="{FF2B5EF4-FFF2-40B4-BE49-F238E27FC236}">
                <a16:creationId xmlns:a16="http://schemas.microsoft.com/office/drawing/2014/main" id="{4A48B2B3-A605-53C7-4DB7-1F66F71D3F83}"/>
              </a:ext>
            </a:extLst>
          </p:cNvPr>
          <p:cNvSpPr txBox="1"/>
          <p:nvPr/>
        </p:nvSpPr>
        <p:spPr>
          <a:xfrm>
            <a:off x="1830758" y="4792405"/>
            <a:ext cx="4495800" cy="1113064"/>
          </a:xfrm>
          <a:prstGeom prst="rect">
            <a:avLst/>
          </a:prstGeom>
        </p:spPr>
        <p:txBody>
          <a:bodyPr vert="horz" wrap="square" lIns="0" tIns="8448" rIns="0" bIns="0" rtlCol="0">
            <a:spAutoFit/>
          </a:bodyPr>
          <a:lstStyle/>
          <a:p>
            <a:pPr marL="6257">
              <a:lnSpc>
                <a:spcPct val="150000"/>
              </a:lnSpc>
              <a:spcBef>
                <a:spcPts val="67"/>
              </a:spcBef>
            </a:pPr>
            <a:r>
              <a:rPr lang="en-US" altLang="ja-JP" sz="1182" spc="-12" dirty="0">
                <a:solidFill>
                  <a:srgbClr val="2C4C76"/>
                </a:solidFill>
                <a:latin typeface="+mn-ea"/>
                <a:ea typeface="+mn-ea"/>
                <a:cs typeface="Yu Gothic Pr6N D"/>
              </a:rPr>
              <a:t>2005</a:t>
            </a:r>
            <a:r>
              <a:rPr lang="ja-JP" altLang="en-US" sz="1182" spc="-12">
                <a:solidFill>
                  <a:srgbClr val="2C4C76"/>
                </a:solidFill>
                <a:latin typeface="+mn-ea"/>
                <a:ea typeface="+mn-ea"/>
                <a:cs typeface="Yu Gothic Pr6N D"/>
              </a:rPr>
              <a:t>年</a:t>
            </a:r>
            <a:r>
              <a:rPr lang="en-US" altLang="ja-JP" sz="1182" spc="-12" dirty="0">
                <a:solidFill>
                  <a:srgbClr val="2C4C76"/>
                </a:solidFill>
                <a:latin typeface="+mn-ea"/>
                <a:ea typeface="+mn-ea"/>
                <a:cs typeface="Yu Gothic Pr6N D"/>
              </a:rPr>
              <a:t>1</a:t>
            </a:r>
            <a:r>
              <a:rPr lang="ja-JP" altLang="en-US" sz="1182" spc="-12">
                <a:solidFill>
                  <a:srgbClr val="2C4C76"/>
                </a:solidFill>
                <a:latin typeface="+mn-ea"/>
                <a:ea typeface="+mn-ea"/>
                <a:cs typeface="Yu Gothic Pr6N D"/>
              </a:rPr>
              <a:t>月</a:t>
            </a:r>
            <a:r>
              <a:rPr lang="en-US" altLang="ja-JP" sz="1182" spc="-12" dirty="0">
                <a:solidFill>
                  <a:srgbClr val="2C4C76"/>
                </a:solidFill>
                <a:latin typeface="+mn-ea"/>
                <a:ea typeface="+mn-ea"/>
                <a:cs typeface="Yu Gothic Pr6N D"/>
              </a:rPr>
              <a:t>17</a:t>
            </a:r>
            <a:r>
              <a:rPr lang="ja-JP" altLang="en-US" sz="1182" spc="-12">
                <a:solidFill>
                  <a:srgbClr val="2C4C76"/>
                </a:solidFill>
                <a:latin typeface="+mn-ea"/>
                <a:ea typeface="+mn-ea"/>
                <a:cs typeface="Yu Gothic Pr6N D"/>
              </a:rPr>
              <a:t>日</a:t>
            </a:r>
            <a:endParaRPr lang="en-US" altLang="ja-JP" sz="1182" spc="-12" dirty="0">
              <a:solidFill>
                <a:srgbClr val="2C4C76"/>
              </a:solidFill>
              <a:latin typeface="+mn-ea"/>
              <a:ea typeface="+mn-ea"/>
              <a:cs typeface="Yu Gothic Pr6N D"/>
            </a:endParaRPr>
          </a:p>
          <a:p>
            <a:pPr marL="6257">
              <a:lnSpc>
                <a:spcPct val="150000"/>
              </a:lnSpc>
              <a:spcBef>
                <a:spcPts val="67"/>
              </a:spcBef>
            </a:pPr>
            <a:r>
              <a:rPr lang="ja-JP" altLang="en-US" sz="1182" spc="-12">
                <a:solidFill>
                  <a:srgbClr val="2C4C76"/>
                </a:solidFill>
                <a:latin typeface="+mn-ea"/>
                <a:ea typeface="+mn-ea"/>
                <a:cs typeface="Yu Gothic Pr6N D"/>
              </a:rPr>
              <a:t>青嶋剛史</a:t>
            </a:r>
            <a:endParaRPr lang="en-US" altLang="ja-JP" sz="1182" spc="-12" dirty="0">
              <a:solidFill>
                <a:srgbClr val="2C4C76"/>
              </a:solidFill>
              <a:latin typeface="+mn-ea"/>
              <a:ea typeface="+mn-ea"/>
              <a:cs typeface="Yu Gothic Pr6N D"/>
            </a:endParaRPr>
          </a:p>
          <a:p>
            <a:pPr marL="6257">
              <a:lnSpc>
                <a:spcPct val="150000"/>
              </a:lnSpc>
              <a:spcBef>
                <a:spcPts val="67"/>
              </a:spcBef>
            </a:pPr>
            <a:r>
              <a:rPr lang="en-US" altLang="ja-JP" sz="1182" spc="-12" dirty="0">
                <a:solidFill>
                  <a:srgbClr val="2C4C76"/>
                </a:solidFill>
                <a:latin typeface="+mn-ea"/>
                <a:ea typeface="+mn-ea"/>
                <a:cs typeface="Yu Gothic Pr6N D"/>
              </a:rPr>
              <a:t>3,000</a:t>
            </a:r>
            <a:r>
              <a:rPr lang="ja-JP" altLang="en-US" sz="1182" spc="-12">
                <a:solidFill>
                  <a:srgbClr val="2C4C76"/>
                </a:solidFill>
                <a:latin typeface="+mn-ea"/>
                <a:ea typeface="+mn-ea"/>
                <a:cs typeface="Yu Gothic Pr6N D"/>
              </a:rPr>
              <a:t>万円</a:t>
            </a:r>
            <a:r>
              <a:rPr lang="en-US" altLang="ja-JP" sz="1182" spc="-12" dirty="0">
                <a:solidFill>
                  <a:srgbClr val="2C4C76"/>
                </a:solidFill>
                <a:latin typeface="+mn-ea"/>
                <a:ea typeface="+mn-ea"/>
                <a:cs typeface="Yu Gothic Pr6N D"/>
              </a:rPr>
              <a:t>(2021</a:t>
            </a:r>
            <a:r>
              <a:rPr lang="ja-JP" altLang="en-US" sz="1182" spc="-12">
                <a:solidFill>
                  <a:srgbClr val="2C4C76"/>
                </a:solidFill>
                <a:latin typeface="+mn-ea"/>
                <a:ea typeface="+mn-ea"/>
                <a:cs typeface="Yu Gothic Pr6N D"/>
              </a:rPr>
              <a:t>年</a:t>
            </a:r>
            <a:r>
              <a:rPr lang="en-US" altLang="ja-JP" sz="1182" spc="-12" dirty="0">
                <a:solidFill>
                  <a:srgbClr val="2C4C76"/>
                </a:solidFill>
                <a:latin typeface="+mn-ea"/>
                <a:ea typeface="+mn-ea"/>
                <a:cs typeface="Yu Gothic Pr6N D"/>
              </a:rPr>
              <a:t>3</a:t>
            </a:r>
            <a:r>
              <a:rPr lang="ja-JP" altLang="en-US" sz="1182" spc="-12">
                <a:solidFill>
                  <a:srgbClr val="2C4C76"/>
                </a:solidFill>
                <a:latin typeface="+mn-ea"/>
                <a:ea typeface="+mn-ea"/>
                <a:cs typeface="Yu Gothic Pr6N D"/>
              </a:rPr>
              <a:t>月</a:t>
            </a:r>
            <a:r>
              <a:rPr lang="en-US" altLang="ja-JP" sz="1182" spc="-12" dirty="0">
                <a:solidFill>
                  <a:srgbClr val="2C4C76"/>
                </a:solidFill>
                <a:latin typeface="+mn-ea"/>
                <a:ea typeface="+mn-ea"/>
                <a:cs typeface="Yu Gothic Pr6N D"/>
              </a:rPr>
              <a:t>31</a:t>
            </a:r>
            <a:r>
              <a:rPr lang="ja-JP" altLang="en-US" sz="1182" spc="-12">
                <a:solidFill>
                  <a:srgbClr val="2C4C76"/>
                </a:solidFill>
                <a:latin typeface="+mn-ea"/>
                <a:ea typeface="+mn-ea"/>
                <a:cs typeface="Yu Gothic Pr6N D"/>
              </a:rPr>
              <a:t>日時点</a:t>
            </a:r>
            <a:r>
              <a:rPr lang="en-US" altLang="ja-JP" sz="1182" spc="-12" dirty="0">
                <a:solidFill>
                  <a:srgbClr val="2C4C76"/>
                </a:solidFill>
                <a:latin typeface="+mn-ea"/>
                <a:ea typeface="+mn-ea"/>
                <a:cs typeface="Yu Gothic Pr6N D"/>
              </a:rPr>
              <a:t>)</a:t>
            </a:r>
          </a:p>
          <a:p>
            <a:pPr marL="6257">
              <a:lnSpc>
                <a:spcPct val="150000"/>
              </a:lnSpc>
              <a:spcBef>
                <a:spcPts val="67"/>
              </a:spcBef>
            </a:pPr>
            <a:r>
              <a:rPr lang="en-US" altLang="ja-JP" sz="1182" spc="-12" dirty="0">
                <a:solidFill>
                  <a:srgbClr val="2C4C76"/>
                </a:solidFill>
                <a:latin typeface="+mn-ea"/>
                <a:ea typeface="+mn-ea"/>
                <a:cs typeface="Yu Gothic Pr6N D"/>
              </a:rPr>
              <a:t>WEB</a:t>
            </a:r>
            <a:r>
              <a:rPr lang="ja-JP" altLang="en-US" sz="1182" spc="-12">
                <a:solidFill>
                  <a:srgbClr val="2C4C76"/>
                </a:solidFill>
                <a:latin typeface="+mn-ea"/>
                <a:ea typeface="+mn-ea"/>
                <a:cs typeface="Yu Gothic Pr6N D"/>
              </a:rPr>
              <a:t>マーケティングを中心としたコンサルティング・運用業務</a:t>
            </a:r>
            <a:endParaRPr lang="en-US" altLang="ja-JP" sz="1182" spc="-12" dirty="0">
              <a:solidFill>
                <a:srgbClr val="2C4C76"/>
              </a:solidFill>
              <a:latin typeface="+mn-ea"/>
              <a:ea typeface="+mn-ea"/>
              <a:cs typeface="Yu Gothic Pr6N D"/>
            </a:endParaRPr>
          </a:p>
        </p:txBody>
      </p:sp>
      <p:sp>
        <p:nvSpPr>
          <p:cNvPr id="9" name="スライド番号プレースホルダー 8">
            <a:extLst>
              <a:ext uri="{FF2B5EF4-FFF2-40B4-BE49-F238E27FC236}">
                <a16:creationId xmlns:a16="http://schemas.microsoft.com/office/drawing/2014/main" id="{3778D27F-8FC2-FE5C-8338-51C1AD4CE320}"/>
              </a:ext>
            </a:extLst>
          </p:cNvPr>
          <p:cNvSpPr>
            <a:spLocks noGrp="1"/>
          </p:cNvSpPr>
          <p:nvPr>
            <p:ph type="sldNum" sz="quarter" idx="7"/>
          </p:nvPr>
        </p:nvSpPr>
        <p:spPr/>
        <p:txBody>
          <a:bodyPr/>
          <a:lstStyle/>
          <a:p>
            <a:fld id="{B6F15528-21DE-4FAA-801E-634DDDAF4B2B}" type="slidenum">
              <a:rPr lang="en-US" altLang="ja-JP" smtClean="0"/>
              <a:pPr/>
              <a:t>21</a:t>
            </a:fld>
            <a:endParaRPr lang="ja-JP" altLang="en-US" sz="1100" dirty="0"/>
          </a:p>
        </p:txBody>
      </p:sp>
    </p:spTree>
    <p:extLst>
      <p:ext uri="{BB962C8B-B14F-4D97-AF65-F5344CB8AC3E}">
        <p14:creationId xmlns:p14="http://schemas.microsoft.com/office/powerpoint/2010/main" val="38935115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3381</TotalTime>
  <Words>1379</Words>
  <Application>Microsoft Office PowerPoint</Application>
  <PresentationFormat>A4 210 x 297 mm</PresentationFormat>
  <Paragraphs>238</Paragraphs>
  <Slides>21</Slides>
  <Notes>14</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21</vt:i4>
      </vt:variant>
    </vt:vector>
  </HeadingPairs>
  <TitlesOfParts>
    <vt:vector size="27" baseType="lpstr">
      <vt:lpstr>Yu Gothic Pr6N B</vt:lpstr>
      <vt:lpstr>Yu Gothic Pr6N M</vt:lpstr>
      <vt:lpstr>Yu Gothic Pr6N R</vt:lpstr>
      <vt:lpstr>游ゴシック</vt:lpstr>
      <vt:lpstr>Arial</vt:lpstr>
      <vt:lpstr>Office Theme</vt:lpstr>
      <vt:lpstr>PowerPoint プレゼンテーション</vt:lpstr>
      <vt:lpstr>アジェンダ</vt:lpstr>
      <vt:lpstr>PowerPoint プレゼンテーション</vt:lpstr>
      <vt:lpstr>与件整理</vt:lpstr>
      <vt:lpstr>PowerPoint プレゼンテーション</vt:lpstr>
      <vt:lpstr>現状の課題</vt:lpstr>
      <vt:lpstr>PowerPoint プレゼンテーション</vt:lpstr>
      <vt:lpstr>ターゲット再設定（仮設定）</vt:lpstr>
      <vt:lpstr>WCAからのご提案</vt:lpstr>
      <vt:lpstr>広告とLPを一致させる事例</vt:lpstr>
      <vt:lpstr>PowerPoint プレゼンテーション</vt:lpstr>
      <vt:lpstr>LP①　夜寝れないあなたへ軸　構成案</vt:lpstr>
      <vt:lpstr>LP①　夜寝れないあなたへ軸　FVイメージ</vt:lpstr>
      <vt:lpstr>LP①　夜寝れないあなたへ軸　広告戦略</vt:lpstr>
      <vt:lpstr>LP②　人前に出るのが・・・軸　構成案</vt:lpstr>
      <vt:lpstr>LP②　人前に出るのが・・・軸　FVイメージ</vt:lpstr>
      <vt:lpstr>PowerPoint プレゼンテーション</vt:lpstr>
      <vt:lpstr>PowerPoint プレゼンテーション</vt:lpstr>
      <vt:lpstr>お見積り（初期費用）</vt:lpstr>
      <vt:lpstr>お見積り（月額費用）</vt:lpstr>
      <vt:lpstr>お問い合わせ</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wca-aboutus</dc:title>
  <dc:creator>加藤 直樹</dc:creator>
  <cp:lastModifiedBy>加藤 直樹</cp:lastModifiedBy>
  <cp:revision>109</cp:revision>
  <dcterms:created xsi:type="dcterms:W3CDTF">2025-10-24T02:28:16Z</dcterms:created>
  <dcterms:modified xsi:type="dcterms:W3CDTF">2026-02-04T20:27:37Z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2025-10-24T00:00:00Z</vt:filetime>
  </property>
  <property fmtid="{D5CDD505-2E9C-101B-9397-08002B2CF9AE}" pid="3" name="Creator">
    <vt:lpwstr>Adobe Illustrator 28.0 (Macintosh)</vt:lpwstr>
  </property>
  <property fmtid="{D5CDD505-2E9C-101B-9397-08002B2CF9AE}" pid="4" name="CreatorVersion">
    <vt:lpwstr>21.0.0</vt:lpwstr>
  </property>
  <property fmtid="{D5CDD505-2E9C-101B-9397-08002B2CF9AE}" pid="5" name="LastSaved">
    <vt:filetime>2025-10-24T00:00:00Z</vt:filetime>
  </property>
  <property fmtid="{D5CDD505-2E9C-101B-9397-08002B2CF9AE}" pid="6" name="Producer">
    <vt:lpwstr>Adobe PDF library 17.00</vt:lpwstr>
  </property>
</Properties>
</file>